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26225a45a6c4723" /><Relationship Type="http://schemas.openxmlformats.org/officeDocument/2006/relationships/extended-properties" Target="/docProps/app.xml" Id="Rc3b1f48bff194d01" /><Relationship Type="http://schemas.openxmlformats.org/officeDocument/2006/relationships/officeDocument" Target="/ppt/presentation.xml" Id="R7e0d3e25d23a4e62" /></Relationships>
</file>

<file path=ppt/presentation.xml><?xml version="1.0" encoding="utf-8"?>
<p:presentation xmlns:p="http://schemas.openxmlformats.org/presentationml/2006/main">
  <p:sldMasterIdLst>
    <p:sldMasterId xmlns:r="http://schemas.openxmlformats.org/officeDocument/2006/relationships" id="2147483648" r:id="Rc2766c06dcca4a04"/>
  </p:sldMasterIdLst>
  <p:notesMasterIdLst>
    <p:notesMasterId xmlns:r="http://schemas.openxmlformats.org/officeDocument/2006/relationships" r:id="Re9e66813aa26471c"/>
  </p:notesMasterIdLst>
  <p:sldIdLst>
    <p:sldId xmlns:r="http://schemas.openxmlformats.org/officeDocument/2006/relationships" id="256" r:id="R519f42c287e94bc9"/>
    <p:sldId xmlns:r="http://schemas.openxmlformats.org/officeDocument/2006/relationships" id="257" r:id="Rbfabd1a78117497e"/>
    <p:sldId xmlns:r="http://schemas.openxmlformats.org/officeDocument/2006/relationships" id="258" r:id="R6ddf44874e3f447a"/>
    <p:sldId xmlns:r="http://schemas.openxmlformats.org/officeDocument/2006/relationships" id="259" r:id="R21fa506c33b2401c"/>
    <p:sldId xmlns:r="http://schemas.openxmlformats.org/officeDocument/2006/relationships" id="260" r:id="R8b8efeab0a6d4d5e"/>
    <p:sldId xmlns:r="http://schemas.openxmlformats.org/officeDocument/2006/relationships" id="261" r:id="Rfe9f83d2746c4f26"/>
    <p:sldId xmlns:r="http://schemas.openxmlformats.org/officeDocument/2006/relationships" id="262" r:id="Rdca42071fa534902"/>
    <p:sldId xmlns:r="http://schemas.openxmlformats.org/officeDocument/2006/relationships" id="263" r:id="R717e3307539746bc"/>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c2766c06dcca4a04" /><Relationship Type="http://schemas.openxmlformats.org/officeDocument/2006/relationships/theme" Target="/ppt/theme/theme1.xml" Id="R6aa900aec9a0439d" /><Relationship Type="http://schemas.openxmlformats.org/officeDocument/2006/relationships/notesMaster" Target="/ppt/notesMasters/notesMaster1.xml" Id="Re9e66813aa26471c" /><Relationship Type="http://schemas.openxmlformats.org/officeDocument/2006/relationships/presProps" Target="/ppt/presProps.xml" Id="R75136daa5dad4a5b" /><Relationship Type="http://schemas.openxmlformats.org/officeDocument/2006/relationships/viewProps" Target="/ppt/viewProps.xml" Id="R46c24f3ef86f4546" /><Relationship Type="http://schemas.openxmlformats.org/officeDocument/2006/relationships/tableStyles" Target="/ppt/tableStyles.xml" Id="R248ed1093d644789" /><Relationship Type="http://schemas.openxmlformats.org/officeDocument/2006/relationships/slide" Target="/ppt/slides/slide1.xml" Id="R519f42c287e94bc9" /><Relationship Type="http://schemas.openxmlformats.org/officeDocument/2006/relationships/slide" Target="/ppt/slides/slide2.xml" Id="Rbfabd1a78117497e" /><Relationship Type="http://schemas.openxmlformats.org/officeDocument/2006/relationships/slide" Target="/ppt/slides/slide3.xml" Id="R6ddf44874e3f447a" /><Relationship Type="http://schemas.openxmlformats.org/officeDocument/2006/relationships/slide" Target="/ppt/slides/slide4.xml" Id="R21fa506c33b2401c" /><Relationship Type="http://schemas.openxmlformats.org/officeDocument/2006/relationships/slide" Target="/ppt/slides/slide5.xml" Id="R8b8efeab0a6d4d5e" /><Relationship Type="http://schemas.openxmlformats.org/officeDocument/2006/relationships/slide" Target="/ppt/slides/slide6.xml" Id="Rfe9f83d2746c4f26" /><Relationship Type="http://schemas.openxmlformats.org/officeDocument/2006/relationships/slide" Target="/ppt/slides/slide7.xml" Id="Rdca42071fa534902" /><Relationship Type="http://schemas.openxmlformats.org/officeDocument/2006/relationships/slide" Target="/ppt/slides/slide8.xml" Id="R717e3307539746b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e01345435486455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85f2f0748994ac1" /><Relationship Type="http://schemas.openxmlformats.org/officeDocument/2006/relationships/notesMaster" Target="/ppt/notesMasters/notesMaster1.xml" Id="R67b41825fb35429c" /></Relationships>
</file>

<file path=ppt/notesSlides/_rels/notesSlide2.xml.rels>&#65279;<?xml version="1.0" encoding="utf-8"?><Relationships xmlns="http://schemas.openxmlformats.org/package/2006/relationships"><Relationship Type="http://schemas.openxmlformats.org/officeDocument/2006/relationships/slide" Target="/ppt/slides/slide2.xml" Id="R71111caf50c346ce" /><Relationship Type="http://schemas.openxmlformats.org/officeDocument/2006/relationships/notesMaster" Target="/ppt/notesMasters/notesMaster1.xml" Id="R1909eafb9ce94222" /></Relationships>
</file>

<file path=ppt/notesSlides/_rels/notesSlide3.xml.rels>&#65279;<?xml version="1.0" encoding="utf-8"?><Relationships xmlns="http://schemas.openxmlformats.org/package/2006/relationships"><Relationship Type="http://schemas.openxmlformats.org/officeDocument/2006/relationships/slide" Target="/ppt/slides/slide3.xml" Id="Ra3f208f3bf284dd2" /><Relationship Type="http://schemas.openxmlformats.org/officeDocument/2006/relationships/notesMaster" Target="/ppt/notesMasters/notesMaster1.xml" Id="Rc9dcd88158ff40e0" /></Relationships>
</file>

<file path=ppt/notesSlides/_rels/notesSlide4.xml.rels>&#65279;<?xml version="1.0" encoding="utf-8"?><Relationships xmlns="http://schemas.openxmlformats.org/package/2006/relationships"><Relationship Type="http://schemas.openxmlformats.org/officeDocument/2006/relationships/slide" Target="/ppt/slides/slide4.xml" Id="Rbb1c962fec344355" /><Relationship Type="http://schemas.openxmlformats.org/officeDocument/2006/relationships/notesMaster" Target="/ppt/notesMasters/notesMaster1.xml" Id="Re39240a8962d4512" /></Relationships>
</file>

<file path=ppt/notesSlides/_rels/notesSlide5.xml.rels>&#65279;<?xml version="1.0" encoding="utf-8"?><Relationships xmlns="http://schemas.openxmlformats.org/package/2006/relationships"><Relationship Type="http://schemas.openxmlformats.org/officeDocument/2006/relationships/slide" Target="/ppt/slides/slide5.xml" Id="Rc446873d2ac44650" /><Relationship Type="http://schemas.openxmlformats.org/officeDocument/2006/relationships/notesMaster" Target="/ppt/notesMasters/notesMaster1.xml" Id="Raaa685a63a664a73" /></Relationships>
</file>

<file path=ppt/notesSlides/_rels/notesSlide6.xml.rels>&#65279;<?xml version="1.0" encoding="utf-8"?><Relationships xmlns="http://schemas.openxmlformats.org/package/2006/relationships"><Relationship Type="http://schemas.openxmlformats.org/officeDocument/2006/relationships/slide" Target="/ppt/slides/slide6.xml" Id="R8d90dc64f6334344" /><Relationship Type="http://schemas.openxmlformats.org/officeDocument/2006/relationships/notesMaster" Target="/ppt/notesMasters/notesMaster1.xml" Id="Rcc9eab93d9954b74" /></Relationships>
</file>

<file path=ppt/notesSlides/_rels/notesSlide7.xml.rels>&#65279;<?xml version="1.0" encoding="utf-8"?><Relationships xmlns="http://schemas.openxmlformats.org/package/2006/relationships"><Relationship Type="http://schemas.openxmlformats.org/officeDocument/2006/relationships/slide" Target="/ppt/slides/slide7.xml" Id="Rf6c37da450a44142" /><Relationship Type="http://schemas.openxmlformats.org/officeDocument/2006/relationships/notesMaster" Target="/ppt/notesMasters/notesMaster1.xml" Id="Rca515628a3d0482a" /></Relationships>
</file>

<file path=ppt/notesSlides/_rels/notesSlide8.xml.rels>&#65279;<?xml version="1.0" encoding="utf-8"?><Relationships xmlns="http://schemas.openxmlformats.org/package/2006/relationships"><Relationship Type="http://schemas.openxmlformats.org/officeDocument/2006/relationships/slide" Target="/ppt/slides/slide8.xml" Id="Rb1444f6914e846c8" /><Relationship Type="http://schemas.openxmlformats.org/officeDocument/2006/relationships/notesMaster" Target="/ppt/notesMasters/notesMaster1.xml" Id="R29be7e66d64e4e4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0148bc60c7a42bd"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a424316da1044816" /><Relationship Type="http://schemas.openxmlformats.org/officeDocument/2006/relationships/slideLayout" Target="/ppt/slideLayouts/slideLayout2.xml" Id="R5ce12a8e4cab468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ce12a8e4cab468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8ac50a9eb036436b" /><Relationship Type="http://schemas.openxmlformats.org/officeDocument/2006/relationships/image" Target="/ppt/media/image.png" Id="R7c98003f13c04a72" /><Relationship Type="http://schemas.openxmlformats.org/officeDocument/2006/relationships/image" Target="/ppt/media/image2.png" Id="Rd4893bb3563349bc" /><Relationship Type="http://schemas.openxmlformats.org/officeDocument/2006/relationships/image" Target="/ppt/media/image3.png" Id="Rd8d311cff24a4704" /><Relationship Type="http://schemas.openxmlformats.org/officeDocument/2006/relationships/image" Target="/ppt/media/image.svg" Id="Recb2f76ee1074f67" /><Relationship Type="http://schemas.openxmlformats.org/officeDocument/2006/relationships/notesSlide" Target="/ppt/notesSlides/notesSlide1.xml" Id="Rfcb85cd8f38945da"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4e325719c3394a09" /><Relationship Type="http://schemas.openxmlformats.org/officeDocument/2006/relationships/image" Target="/ppt/media/image4.png" Id="R01df8b532f824e33" /><Relationship Type="http://schemas.openxmlformats.org/officeDocument/2006/relationships/image" Target="/ppt/media/image5.png" Id="R750e9cb1d87c439d" /><Relationship Type="http://schemas.openxmlformats.org/officeDocument/2006/relationships/image" Target="/ppt/media/image2.svg" Id="R2a43edfb7147487f" /><Relationship Type="http://schemas.openxmlformats.org/officeDocument/2006/relationships/notesSlide" Target="/ppt/notesSlides/notesSlide2.xml" Id="R67689af2cd6d451e"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4d972b99b8014963" /><Relationship Type="http://schemas.openxmlformats.org/officeDocument/2006/relationships/image" Target="/ppt/media/image6.png" Id="R19da17cc93604e0b" /><Relationship Type="http://schemas.openxmlformats.org/officeDocument/2006/relationships/image" Target="/ppt/media/image3.svg" Id="R2ea5a6a1a7c64d02" /><Relationship Type="http://schemas.openxmlformats.org/officeDocument/2006/relationships/image" Target="/ppt/media/image7.png" Id="Rde6bd717e7144b4e" /><Relationship Type="http://schemas.openxmlformats.org/officeDocument/2006/relationships/image" Target="/ppt/media/image4.svg" Id="R5eb0249bf2554a77" /><Relationship Type="http://schemas.openxmlformats.org/officeDocument/2006/relationships/image" Target="/ppt/media/image8.png" Id="R1f1e3879d8a245b7" /><Relationship Type="http://schemas.openxmlformats.org/officeDocument/2006/relationships/image" Target="/ppt/media/image5.svg" Id="Rab9c0a2feced4f9e" /><Relationship Type="http://schemas.openxmlformats.org/officeDocument/2006/relationships/image" Target="/ppt/media/image9.png" Id="R21c790124a614896" /><Relationship Type="http://schemas.openxmlformats.org/officeDocument/2006/relationships/image" Target="/ppt/media/image6.svg" Id="R36d7bcd1181b41a1" /><Relationship Type="http://schemas.openxmlformats.org/officeDocument/2006/relationships/image" Target="/ppt/media/image10.png" Id="R77196def2ad04a5e" /><Relationship Type="http://schemas.openxmlformats.org/officeDocument/2006/relationships/image" Target="/ppt/media/image7.svg" Id="R1bdad392b84142d8" /><Relationship Type="http://schemas.openxmlformats.org/officeDocument/2006/relationships/image" Target="/ppt/media/image11.png" Id="Re59f8d89a8ef4331" /><Relationship Type="http://schemas.openxmlformats.org/officeDocument/2006/relationships/image" Target="/ppt/media/image8.svg" Id="Rb8d7df99f4d747f0" /><Relationship Type="http://schemas.openxmlformats.org/officeDocument/2006/relationships/notesSlide" Target="/ppt/notesSlides/notesSlide3.xml" Id="R6fa5ffe536404cec"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4b63bce3b4384cd3" /><Relationship Type="http://schemas.openxmlformats.org/officeDocument/2006/relationships/image" Target="/ppt/media/image12.png" Id="Rdb253894b972441d" /><Relationship Type="http://schemas.openxmlformats.org/officeDocument/2006/relationships/image" Target="/ppt/media/image9.svg" Id="R26056ae9605c4452" /><Relationship Type="http://schemas.openxmlformats.org/officeDocument/2006/relationships/image" Target="/ppt/media/image13.png" Id="Ra3d6b213b82c4eae" /><Relationship Type="http://schemas.openxmlformats.org/officeDocument/2006/relationships/image" Target="/ppt/media/image10.svg" Id="R493f227eb8dc4863" /><Relationship Type="http://schemas.openxmlformats.org/officeDocument/2006/relationships/image" Target="/ppt/media/image14.png" Id="R1f8d30a0082b44c1" /><Relationship Type="http://schemas.openxmlformats.org/officeDocument/2006/relationships/image" Target="/ppt/media/image11.svg" Id="R344a459794f04dd0" /><Relationship Type="http://schemas.openxmlformats.org/officeDocument/2006/relationships/image" Target="/ppt/media/image15.png" Id="Rec667e9c9afb41f6" /><Relationship Type="http://schemas.openxmlformats.org/officeDocument/2006/relationships/image" Target="/ppt/media/image12.svg" Id="Redcdc78788ac464c" /><Relationship Type="http://schemas.openxmlformats.org/officeDocument/2006/relationships/notesSlide" Target="/ppt/notesSlides/notesSlide4.xml" Id="R2cb962850fce45a8"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5c90f4a2a8c242ac" /><Relationship Type="http://schemas.openxmlformats.org/officeDocument/2006/relationships/image" Target="/ppt/media/image16.png" Id="Ref2506ace17b4673" /><Relationship Type="http://schemas.openxmlformats.org/officeDocument/2006/relationships/image" Target="/ppt/media/image13.svg" Id="R29a4b04831554297" /><Relationship Type="http://schemas.openxmlformats.org/officeDocument/2006/relationships/image" Target="/ppt/media/image17.png" Id="R94ef69d73d354013" /><Relationship Type="http://schemas.openxmlformats.org/officeDocument/2006/relationships/image" Target="/ppt/media/image14.svg" Id="Rb9b5433e6d4f4d9e" /><Relationship Type="http://schemas.openxmlformats.org/officeDocument/2006/relationships/image" Target="/ppt/media/image18.png" Id="Rca341e1055c24a77" /><Relationship Type="http://schemas.openxmlformats.org/officeDocument/2006/relationships/image" Target="/ppt/media/image15.svg" Id="R66fd3a579a564789" /><Relationship Type="http://schemas.openxmlformats.org/officeDocument/2006/relationships/image" Target="/ppt/media/image19.png" Id="R829fff047f73419a" /><Relationship Type="http://schemas.openxmlformats.org/officeDocument/2006/relationships/image" Target="/ppt/media/image16.svg" Id="Ra5eca0d14b1c4d54" /><Relationship Type="http://schemas.openxmlformats.org/officeDocument/2006/relationships/notesSlide" Target="/ppt/notesSlides/notesSlide5.xml" Id="R3dd9067793764a22"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c2a51ffcbd5647d5" /><Relationship Type="http://schemas.openxmlformats.org/officeDocument/2006/relationships/image" Target="/ppt/media/image20.png" Id="Rb1b466bd0b034402" /><Relationship Type="http://schemas.openxmlformats.org/officeDocument/2006/relationships/image" Target="/ppt/media/image17.svg" Id="Rca1bef97ebc74d99" /><Relationship Type="http://schemas.openxmlformats.org/officeDocument/2006/relationships/image" Target="/ppt/media/image21.png" Id="R7af5ffe6c372491f" /><Relationship Type="http://schemas.openxmlformats.org/officeDocument/2006/relationships/image" Target="/ppt/media/image18.svg" Id="R85239b19a51a4183" /><Relationship Type="http://schemas.openxmlformats.org/officeDocument/2006/relationships/image" Target="/ppt/media/image22.png" Id="Re420076701214f3e" /><Relationship Type="http://schemas.openxmlformats.org/officeDocument/2006/relationships/image" Target="/ppt/media/image19.svg" Id="Ree9ee2fbe845471f" /><Relationship Type="http://schemas.openxmlformats.org/officeDocument/2006/relationships/notesSlide" Target="/ppt/notesSlides/notesSlide6.xml" Id="R0c9736300ea04d96"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648173a4ef9144ba" /><Relationship Type="http://schemas.openxmlformats.org/officeDocument/2006/relationships/image" Target="/ppt/media/image23.png" Id="Re20fdcc2ed0341e0" /><Relationship Type="http://schemas.openxmlformats.org/officeDocument/2006/relationships/image" Target="/ppt/media/image20.svg" Id="R2a9043179f204774" /><Relationship Type="http://schemas.openxmlformats.org/officeDocument/2006/relationships/image" Target="/ppt/media/image24.png" Id="Rdafd84f877074c3d" /><Relationship Type="http://schemas.openxmlformats.org/officeDocument/2006/relationships/image" Target="/ppt/media/image21.svg" Id="Rdc54744b858a4291" /><Relationship Type="http://schemas.openxmlformats.org/officeDocument/2006/relationships/image" Target="/ppt/media/image25.png" Id="R57fa357c554c4cf3" /><Relationship Type="http://schemas.openxmlformats.org/officeDocument/2006/relationships/image" Target="/ppt/media/image22.svg" Id="Rcea6b41708d64e81" /><Relationship Type="http://schemas.openxmlformats.org/officeDocument/2006/relationships/image" Target="/ppt/media/image26.png" Id="Rdb97ab3ea05a4f51" /><Relationship Type="http://schemas.openxmlformats.org/officeDocument/2006/relationships/image" Target="/ppt/media/image23.svg" Id="Rd3d093f67f7d477d" /><Relationship Type="http://schemas.openxmlformats.org/officeDocument/2006/relationships/notesSlide" Target="/ppt/notesSlides/notesSlide7.xml" Id="R37174417c7944e94"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ffdb1f764aff4f5c" /><Relationship Type="http://schemas.openxmlformats.org/officeDocument/2006/relationships/image" Target="/ppt/media/image27.png" Id="R06255e7b946e43d3" /><Relationship Type="http://schemas.openxmlformats.org/officeDocument/2006/relationships/image" Target="/ppt/media/image24.svg" Id="Re8ba215f595f4c2a" /><Relationship Type="http://schemas.openxmlformats.org/officeDocument/2006/relationships/image" Target="/ppt/media/image28.png" Id="R24149e9f862d4cab" /><Relationship Type="http://schemas.openxmlformats.org/officeDocument/2006/relationships/image" Target="/ppt/media/image25.svg" Id="Rf5ad4134d286436d" /><Relationship Type="http://schemas.openxmlformats.org/officeDocument/2006/relationships/notesSlide" Target="/ppt/notesSlides/notesSlide8.xml" Id="R967e92ca38fd4ba6"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B7C9416-C9D0-4853-AD48-81E07A549EC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62C3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0007246E-D136-4733-9A3F-215C689CF4F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06495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580B7495-A3F6-4600-B2CB-FEE8BE37F5A2}"/>
              </a:ext>
            </a:extLst>
          </p:cNvPr>
          <p:cNvSpPr>
            <a:spLocks xmlns:a="http://schemas.openxmlformats.org/drawingml/2006/main" noGrp="1"/>
          </p:cNvSpPr>
          <p:nvPr/>
        </p:nvSpPr>
        <p:spPr>
          <a:xfrm xmlns:a="http://schemas.openxmlformats.org/drawingml/2006/main">
            <a:off x="11982450" y="0"/>
            <a:ext cx="209550" cy="6858000"/>
          </a:xfrm>
          <a:prstGeom xmlns:a="http://schemas.openxmlformats.org/drawingml/2006/main" prst="rect">
            <a:avLst/>
          </a:prstGeom>
          <a:solidFill xmlns:a="http://schemas.openxmlformats.org/drawingml/2006/main">
            <a:srgbClr val="074E58"/>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CD9AB077-96CB-477D-B856-AE357D97316A}"/>
              </a:ext>
            </a:extLst>
          </p:cNvPr>
          <p:cNvSpPr>
            <a:spLocks xmlns:a="http://schemas.openxmlformats.org/drawingml/2006/main" noGrp="1"/>
          </p:cNvSpPr>
          <p:nvPr/>
        </p:nvSpPr>
        <p:spPr>
          <a:xfrm xmlns:a="http://schemas.openxmlformats.org/drawingml/2006/main">
            <a:off x="0" y="6076950"/>
            <a:ext cx="12192000" cy="781050"/>
          </a:xfrm>
          <a:prstGeom xmlns:a="http://schemas.openxmlformats.org/drawingml/2006/main" prst="rect">
            <a:avLst/>
          </a:prstGeom>
          <a:solidFill xmlns:a="http://schemas.openxmlformats.org/drawingml/2006/main">
            <a:srgbClr val="041F2C"/>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2B136DD9-3FF2-4FB6-AD58-40DB28B72190}"/>
              </a:ext>
            </a:extLst>
          </p:cNvPr>
          <p:cNvSpPr>
            <a:spLocks xmlns:a="http://schemas.openxmlformats.org/drawingml/2006/main" noGrp="1"/>
          </p:cNvSpPr>
          <p:nvPr/>
        </p:nvSpPr>
        <p:spPr>
          <a:xfrm xmlns:a="http://schemas.openxmlformats.org/drawingml/2006/main">
            <a:off x="685800" y="781050"/>
            <a:ext cx="838200" cy="9525"/>
          </a:xfrm>
          <a:prstGeom xmlns:a="http://schemas.openxmlformats.org/drawingml/2006/main" prst="rect">
            <a:avLst/>
          </a:prstGeom>
          <a:solidFill xmlns:a="http://schemas.openxmlformats.org/drawingml/2006/main">
            <a:srgbClr val="47D5BC">
              <a:alpha val="33333"/>
            </a:srgbClr>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AA62AD2B-7F0D-4AB8-82F4-13A9794D8EBD}"/>
              </a:ext>
            </a:extLst>
          </p:cNvPr>
          <p:cNvSpPr>
            <a:spLocks xmlns:a="http://schemas.openxmlformats.org/drawingml/2006/main" noGrp="1"/>
          </p:cNvSpPr>
          <p:nvPr/>
        </p:nvSpPr>
        <p:spPr>
          <a:xfrm xmlns:a="http://schemas.openxmlformats.org/drawingml/2006/main">
            <a:off x="2114550" y="895350"/>
            <a:ext cx="838200" cy="9525"/>
          </a:xfrm>
          <a:prstGeom xmlns:a="http://schemas.openxmlformats.org/drawingml/2006/main" prst="rect">
            <a:avLst/>
          </a:prstGeom>
          <a:solidFill xmlns:a="http://schemas.openxmlformats.org/drawingml/2006/main">
            <a:srgbClr val="47D5BC">
              <a:alpha val="33333"/>
            </a:srgbClr>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135247EB-615C-4D5C-B883-45053CC7108F}"/>
              </a:ext>
            </a:extLst>
          </p:cNvPr>
          <p:cNvSpPr>
            <a:spLocks xmlns:a="http://schemas.openxmlformats.org/drawingml/2006/main" noGrp="1"/>
          </p:cNvSpPr>
          <p:nvPr/>
        </p:nvSpPr>
        <p:spPr>
          <a:xfrm xmlns:a="http://schemas.openxmlformats.org/drawingml/2006/main">
            <a:off x="3543300" y="1009650"/>
            <a:ext cx="838200" cy="9525"/>
          </a:xfrm>
          <a:prstGeom xmlns:a="http://schemas.openxmlformats.org/drawingml/2006/main" prst="rect">
            <a:avLst/>
          </a:prstGeom>
          <a:solidFill xmlns:a="http://schemas.openxmlformats.org/drawingml/2006/main">
            <a:srgbClr val="47D5BC">
              <a:alpha val="33333"/>
            </a:srgbClr>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C7C5167E-2C4C-49FF-8562-92B664E242CB}"/>
              </a:ext>
            </a:extLst>
          </p:cNvPr>
          <p:cNvSpPr>
            <a:spLocks xmlns:a="http://schemas.openxmlformats.org/drawingml/2006/main" noGrp="1"/>
          </p:cNvSpPr>
          <p:nvPr/>
        </p:nvSpPr>
        <p:spPr>
          <a:xfrm xmlns:a="http://schemas.openxmlformats.org/drawingml/2006/main">
            <a:off x="4972050" y="1123950"/>
            <a:ext cx="838200" cy="9525"/>
          </a:xfrm>
          <a:prstGeom xmlns:a="http://schemas.openxmlformats.org/drawingml/2006/main" prst="rect">
            <a:avLst/>
          </a:prstGeom>
          <a:solidFill xmlns:a="http://schemas.openxmlformats.org/drawingml/2006/main">
            <a:srgbClr val="47D5BC">
              <a:alpha val="33333"/>
            </a:srgbClr>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8F272E2B-1399-444F-A046-3CCB53D43DED}"/>
              </a:ext>
            </a:extLst>
          </p:cNvPr>
          <p:cNvSpPr>
            <a:spLocks xmlns:a="http://schemas.openxmlformats.org/drawingml/2006/main" noGrp="1"/>
          </p:cNvSpPr>
          <p:nvPr/>
        </p:nvSpPr>
        <p:spPr>
          <a:xfrm xmlns:a="http://schemas.openxmlformats.org/drawingml/2006/main">
            <a:off x="6400800" y="1238250"/>
            <a:ext cx="838200" cy="9525"/>
          </a:xfrm>
          <a:prstGeom xmlns:a="http://schemas.openxmlformats.org/drawingml/2006/main" prst="rect">
            <a:avLst/>
          </a:prstGeom>
          <a:solidFill xmlns:a="http://schemas.openxmlformats.org/drawingml/2006/main">
            <a:srgbClr val="47D5BC">
              <a:alpha val="33333"/>
            </a:srgbClr>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F2705CD3-4B33-4E04-9274-614106B99D34}"/>
              </a:ext>
            </a:extLst>
          </p:cNvPr>
          <p:cNvSpPr>
            <a:spLocks xmlns:a="http://schemas.openxmlformats.org/drawingml/2006/main" noGrp="1"/>
          </p:cNvSpPr>
          <p:nvPr/>
        </p:nvSpPr>
        <p:spPr>
          <a:xfrm xmlns:a="http://schemas.openxmlformats.org/drawingml/2006/main">
            <a:off x="7829550" y="1352550"/>
            <a:ext cx="838200" cy="9525"/>
          </a:xfrm>
          <a:prstGeom xmlns:a="http://schemas.openxmlformats.org/drawingml/2006/main" prst="rect">
            <a:avLst/>
          </a:prstGeom>
          <a:solidFill xmlns:a="http://schemas.openxmlformats.org/drawingml/2006/main">
            <a:srgbClr val="47D5BC">
              <a:alpha val="33333"/>
            </a:srgbClr>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9F5C3C84-4D06-4F16-A912-A42B16968D87}"/>
              </a:ext>
            </a:extLst>
          </p:cNvPr>
          <p:cNvSpPr>
            <a:spLocks xmlns:a="http://schemas.openxmlformats.org/drawingml/2006/main" noGrp="1"/>
          </p:cNvSpPr>
          <p:nvPr/>
        </p:nvSpPr>
        <p:spPr>
          <a:xfrm xmlns:a="http://schemas.openxmlformats.org/drawingml/2006/main">
            <a:off x="9258300" y="1466850"/>
            <a:ext cx="838200" cy="9525"/>
          </a:xfrm>
          <a:prstGeom xmlns:a="http://schemas.openxmlformats.org/drawingml/2006/main" prst="rect">
            <a:avLst/>
          </a:prstGeom>
          <a:solidFill xmlns:a="http://schemas.openxmlformats.org/drawingml/2006/main">
            <a:srgbClr val="47D5BC">
              <a:alpha val="33333"/>
            </a:srgbClr>
          </a:solidFill>
          <a:ln xmlns:a="http://schemas.openxmlformats.org/drawingml/2006/main" w="0">
            <a:solidFill>
              <a:srgbClr val="000000">
                <a:alpha val="0"/>
              </a:srgbClr>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7c98003f13c04a72"/>
          <a:stretch xmlns:a="http://schemas.openxmlformats.org/drawingml/2006/main"/>
        </p:blipFill>
        <p:spPr>
          <a:xfrm xmlns:a="http://schemas.openxmlformats.org/drawingml/2006/main">
            <a:off x="590550" y="495300"/>
            <a:ext cx="704850" cy="7048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F91B4848-016A-44DB-9685-628DA7DF011C}"/>
              </a:ext>
            </a:extLst>
          </p:cNvPr>
          <p:cNvSpPr>
            <a:spLocks xmlns:a="http://schemas.openxmlformats.org/drawingml/2006/main" noGrp="1"/>
          </p:cNvSpPr>
          <p:nvPr/>
        </p:nvSpPr>
        <p:spPr>
          <a:xfrm xmlns:a="http://schemas.openxmlformats.org/drawingml/2006/main">
            <a:off x="1428750" y="571500"/>
            <a:ext cx="2286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BFEFDA"/>
                </a:solidFill>
                <a:latin typeface="Segoe UI"/>
                <a:ea typeface="Segoe UI"/>
                <a:cs typeface="Segoe UI"/>
              </a:defRPr>
            </a:pPr>
            <a:r>
              <a:rPr sz="900" b="1">
                <a:solidFill>
                  <a:srgbClr val="BFEFDA"/>
                </a:solidFill>
                <a:latin typeface="Segoe UI"/>
                <a:ea typeface="Segoe UI"/>
                <a:cs typeface="Segoe UI"/>
              </a:rPr>
              <a:t>PA01 PHÚ THỌ</a:t>
            </a:r>
          </a:p>
        </p:txBody>
      </p:sp>
      <p:sp>
        <p:nvSpPr>
          <p:cNvPr id="14" name="">
            <a:extLst xmlns:a="http://schemas.openxmlformats.org/drawingml/2006/main">
              <a:ext uri="{FF2B5EF4-FFF2-40B4-BE49-F238E27FC236}">
                <a16:creationId xmlns:a16="http://schemas.microsoft.com/office/drawing/2014/main" id="{ACF4242B-A3BA-4F0F-B5E2-CA125FB4A218}"/>
              </a:ext>
            </a:extLst>
          </p:cNvPr>
          <p:cNvSpPr>
            <a:spLocks xmlns:a="http://schemas.openxmlformats.org/drawingml/2006/main" noGrp="1"/>
          </p:cNvSpPr>
          <p:nvPr/>
        </p:nvSpPr>
        <p:spPr>
          <a:xfrm xmlns:a="http://schemas.openxmlformats.org/drawingml/2006/main">
            <a:off x="1428750" y="800100"/>
            <a:ext cx="4572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DDF7EC"/>
                </a:solidFill>
                <a:latin typeface="Segoe UI"/>
                <a:ea typeface="Segoe UI"/>
                <a:cs typeface="Segoe UI"/>
              </a:defRPr>
            </a:pPr>
            <a:r>
              <a:rPr sz="975" b="0">
                <a:solidFill>
                  <a:srgbClr val="DDF7EC"/>
                </a:solidFill>
                <a:latin typeface="Segoe UI"/>
                <a:ea typeface="Segoe UI"/>
                <a:cs typeface="Segoe UI"/>
              </a:rPr>
              <a:t>Hệ thống quản lý người Việt Nam có yếu tố nước ngoài</a:t>
            </a:r>
          </a:p>
        </p:txBody>
      </p:sp>
      <p:sp>
        <p:nvSpPr>
          <p:cNvPr id="15" name="">
            <a:extLst xmlns:a="http://schemas.openxmlformats.org/drawingml/2006/main">
              <a:ext uri="{FF2B5EF4-FFF2-40B4-BE49-F238E27FC236}">
                <a16:creationId xmlns:a16="http://schemas.microsoft.com/office/drawing/2014/main" id="{ECC9CE5F-CC7F-410B-AE4E-FC7E7AC7C0BD}"/>
              </a:ext>
            </a:extLst>
          </p:cNvPr>
          <p:cNvSpPr>
            <a:spLocks xmlns:a="http://schemas.openxmlformats.org/drawingml/2006/main" noGrp="1"/>
          </p:cNvSpPr>
          <p:nvPr/>
        </p:nvSpPr>
        <p:spPr>
          <a:xfrm xmlns:a="http://schemas.openxmlformats.org/drawingml/2006/main">
            <a:off x="590550" y="1619250"/>
            <a:ext cx="4953000" cy="1219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600" b="1">
                <a:solidFill>
                  <a:srgbClr val="FFFFFF"/>
                </a:solidFill>
                <a:latin typeface="Segoe UI"/>
                <a:ea typeface="Segoe UI"/>
                <a:cs typeface="Segoe UI"/>
              </a:defRPr>
            </a:pPr>
            <a:r>
              <a:rPr sz="3600" b="1">
                <a:solidFill>
                  <a:srgbClr val="FFFFFF"/>
                </a:solidFill>
                <a:latin typeface="Segoe UI"/>
                <a:ea typeface="Segoe UI"/>
                <a:cs typeface="Segoe UI"/>
              </a:rPr>
              <a:t>VCFE Database</a:t>
            </a:r>
          </a:p>
          <a:p xmlns:a="http://schemas.openxmlformats.org/drawingml/2006/main">
            <a:pPr algn="l">
              <a:defRPr sz="3600" b="1">
                <a:solidFill>
                  <a:srgbClr val="FFFFFF"/>
                </a:solidFill>
                <a:latin typeface="Segoe UI"/>
                <a:ea typeface="Segoe UI"/>
                <a:cs typeface="Segoe UI"/>
              </a:defRPr>
            </a:pPr>
            <a:r>
              <a:rPr sz="3600" b="1">
                <a:solidFill>
                  <a:srgbClr val="FFFFFF"/>
                </a:solidFill>
                <a:latin typeface="Segoe UI"/>
                <a:ea typeface="Segoe UI"/>
                <a:cs typeface="Segoe UI"/>
              </a:rPr>
              <a:t>v2.0</a:t>
            </a:r>
          </a:p>
        </p:txBody>
      </p:sp>
      <p:sp>
        <p:nvSpPr>
          <p:cNvPr id="16" name="">
            <a:extLst xmlns:a="http://schemas.openxmlformats.org/drawingml/2006/main">
              <a:ext uri="{FF2B5EF4-FFF2-40B4-BE49-F238E27FC236}">
                <a16:creationId xmlns:a16="http://schemas.microsoft.com/office/drawing/2014/main" id="{680A724D-19AC-4ACF-80A4-F86C9D190C78}"/>
              </a:ext>
            </a:extLst>
          </p:cNvPr>
          <p:cNvSpPr>
            <a:spLocks xmlns:a="http://schemas.openxmlformats.org/drawingml/2006/main" noGrp="1"/>
          </p:cNvSpPr>
          <p:nvPr/>
        </p:nvSpPr>
        <p:spPr>
          <a:xfrm xmlns:a="http://schemas.openxmlformats.org/drawingml/2006/main">
            <a:off x="628650" y="3048000"/>
            <a:ext cx="447675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CFEAE6"/>
                </a:solidFill>
                <a:latin typeface="Segoe UI"/>
                <a:ea typeface="Segoe UI"/>
                <a:cs typeface="Segoe UI"/>
              </a:defRPr>
            </a:pPr>
            <a:r>
              <a:rPr sz="1350" b="0">
                <a:solidFill>
                  <a:srgbClr val="CFEAE6"/>
                </a:solidFill>
                <a:latin typeface="Segoe UI"/>
                <a:ea typeface="Segoe UI"/>
                <a:cs typeface="Segoe UI"/>
              </a:rPr>
              <a:t>Cơ sở dữ liệu offline/LAN cho quản lý hồ sơ, phân tích mạng lưới và vận hành an toàn trong môi trường nội bộ.</a:t>
            </a:r>
          </a:p>
        </p:txBody>
      </p:sp>
      <p:sp>
        <p:nvSpPr>
          <p:cNvPr id="17" name="">
            <a:extLst xmlns:a="http://schemas.openxmlformats.org/drawingml/2006/main">
              <a:ext uri="{FF2B5EF4-FFF2-40B4-BE49-F238E27FC236}">
                <a16:creationId xmlns:a16="http://schemas.microsoft.com/office/drawing/2014/main" id="{567ECAA7-1CDC-4523-AAAB-F640D893C334}"/>
              </a:ext>
            </a:extLst>
          </p:cNvPr>
          <p:cNvSpPr>
            <a:spLocks xmlns:a="http://schemas.openxmlformats.org/drawingml/2006/main" noGrp="1"/>
          </p:cNvSpPr>
          <p:nvPr/>
        </p:nvSpPr>
        <p:spPr>
          <a:xfrm xmlns:a="http://schemas.openxmlformats.org/drawingml/2006/main">
            <a:off x="704850" y="4267200"/>
            <a:ext cx="1714500" cy="781050"/>
          </a:xfrm>
          <a:prstGeom xmlns:a="http://schemas.openxmlformats.org/drawingml/2006/main" prst="rect">
            <a:avLst/>
          </a:prstGeom>
          <a:solidFill xmlns:a="http://schemas.openxmlformats.org/drawingml/2006/main">
            <a:srgbClr val="075985">
              <a:alpha val="9412"/>
            </a:srgbClr>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E7A9CE33-A23B-4AD1-96EA-DF96B2FE2E4A}"/>
              </a:ext>
            </a:extLst>
          </p:cNvPr>
          <p:cNvSpPr>
            <a:spLocks xmlns:a="http://schemas.openxmlformats.org/drawingml/2006/main" noGrp="1"/>
          </p:cNvSpPr>
          <p:nvPr/>
        </p:nvSpPr>
        <p:spPr>
          <a:xfrm xmlns:a="http://schemas.openxmlformats.org/drawingml/2006/main">
            <a:off x="628650" y="4171950"/>
            <a:ext cx="1714500" cy="781050"/>
          </a:xfrm>
          <a:prstGeom xmlns:a="http://schemas.openxmlformats.org/drawingml/2006/main" prst="rect">
            <a:avLst/>
          </a:prstGeom>
          <a:solidFill xmlns:a="http://schemas.openxmlformats.org/drawingml/2006/main">
            <a:srgbClr val="FFFFFF">
              <a:alpha val="90196"/>
            </a:srgbClr>
          </a:solidFill>
          <a:ln xmlns:a="http://schemas.openxmlformats.org/drawingml/2006/main" w="9525">
            <a:solidFill>
              <a:srgbClr val="FFFFFF"/>
            </a:solidFill>
            <a:prstDash val="solid"/>
          </a:ln>
        </p:spPr>
      </p:sp>
      <p:sp>
        <p:nvSpPr>
          <p:cNvPr id="19" name="">
            <a:extLst xmlns:a="http://schemas.openxmlformats.org/drawingml/2006/main">
              <a:ext uri="{FF2B5EF4-FFF2-40B4-BE49-F238E27FC236}">
                <a16:creationId xmlns:a16="http://schemas.microsoft.com/office/drawing/2014/main" id="{BCEA0A20-5B5C-4C93-B17E-F18D04DCA428}"/>
              </a:ext>
            </a:extLst>
          </p:cNvPr>
          <p:cNvSpPr>
            <a:spLocks xmlns:a="http://schemas.openxmlformats.org/drawingml/2006/main" noGrp="1"/>
          </p:cNvSpPr>
          <p:nvPr/>
        </p:nvSpPr>
        <p:spPr>
          <a:xfrm xmlns:a="http://schemas.openxmlformats.org/drawingml/2006/main">
            <a:off x="800100" y="4314825"/>
            <a:ext cx="13716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0F766E"/>
                </a:solidFill>
                <a:latin typeface="Segoe UI"/>
                <a:ea typeface="Segoe UI"/>
                <a:cs typeface="Segoe UI"/>
              </a:defRPr>
            </a:pPr>
            <a:r>
              <a:rPr sz="1875" b="1">
                <a:solidFill>
                  <a:srgbClr val="0F766E"/>
                </a:solidFill>
                <a:latin typeface="Segoe UI"/>
                <a:ea typeface="Segoe UI"/>
                <a:cs typeface="Segoe UI"/>
              </a:rPr>
              <a:t>Offline</a:t>
            </a:r>
          </a:p>
        </p:txBody>
      </p:sp>
      <p:sp>
        <p:nvSpPr>
          <p:cNvPr id="20" name="">
            <a:extLst xmlns:a="http://schemas.openxmlformats.org/drawingml/2006/main">
              <a:ext uri="{FF2B5EF4-FFF2-40B4-BE49-F238E27FC236}">
                <a16:creationId xmlns:a16="http://schemas.microsoft.com/office/drawing/2014/main" id="{8E4ED69B-F2CE-46F2-BDD7-D4319841C5F7}"/>
              </a:ext>
            </a:extLst>
          </p:cNvPr>
          <p:cNvSpPr>
            <a:spLocks xmlns:a="http://schemas.openxmlformats.org/drawingml/2006/main" noGrp="1"/>
          </p:cNvSpPr>
          <p:nvPr/>
        </p:nvSpPr>
        <p:spPr>
          <a:xfrm xmlns:a="http://schemas.openxmlformats.org/drawingml/2006/main">
            <a:off x="800100" y="4638675"/>
            <a:ext cx="13716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5B6B73"/>
                </a:solidFill>
                <a:latin typeface="Segoe UI"/>
                <a:ea typeface="Segoe UI"/>
                <a:cs typeface="Segoe UI"/>
              </a:defRPr>
            </a:pPr>
            <a:r>
              <a:rPr sz="788" b="0">
                <a:solidFill>
                  <a:srgbClr val="5B6B73"/>
                </a:solidFill>
                <a:latin typeface="Segoe UI"/>
                <a:ea typeface="Segoe UI"/>
                <a:cs typeface="Segoe UI"/>
              </a:rPr>
              <a:t>Localhost / LAN, đóng gói .exe</a:t>
            </a:r>
          </a:p>
        </p:txBody>
      </p:sp>
      <p:sp>
        <p:nvSpPr>
          <p:cNvPr id="21" name="">
            <a:extLst xmlns:a="http://schemas.openxmlformats.org/drawingml/2006/main">
              <a:ext uri="{FF2B5EF4-FFF2-40B4-BE49-F238E27FC236}">
                <a16:creationId xmlns:a16="http://schemas.microsoft.com/office/drawing/2014/main" id="{AC747036-8388-4FC0-B4A5-18C9CA055BF7}"/>
              </a:ext>
            </a:extLst>
          </p:cNvPr>
          <p:cNvSpPr>
            <a:spLocks xmlns:a="http://schemas.openxmlformats.org/drawingml/2006/main" noGrp="1"/>
          </p:cNvSpPr>
          <p:nvPr/>
        </p:nvSpPr>
        <p:spPr>
          <a:xfrm xmlns:a="http://schemas.openxmlformats.org/drawingml/2006/main">
            <a:off x="2609850" y="4267200"/>
            <a:ext cx="1714500" cy="781050"/>
          </a:xfrm>
          <a:prstGeom xmlns:a="http://schemas.openxmlformats.org/drawingml/2006/main" prst="rect">
            <a:avLst/>
          </a:prstGeom>
          <a:solidFill xmlns:a="http://schemas.openxmlformats.org/drawingml/2006/main">
            <a:srgbClr val="075985">
              <a:alpha val="9412"/>
            </a:srgbClr>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1ECB1406-3DEB-49A0-932F-744D2D8C2202}"/>
              </a:ext>
            </a:extLst>
          </p:cNvPr>
          <p:cNvSpPr>
            <a:spLocks xmlns:a="http://schemas.openxmlformats.org/drawingml/2006/main" noGrp="1"/>
          </p:cNvSpPr>
          <p:nvPr/>
        </p:nvSpPr>
        <p:spPr>
          <a:xfrm xmlns:a="http://schemas.openxmlformats.org/drawingml/2006/main">
            <a:off x="2533650" y="4171950"/>
            <a:ext cx="1714500" cy="781050"/>
          </a:xfrm>
          <a:prstGeom xmlns:a="http://schemas.openxmlformats.org/drawingml/2006/main" prst="rect">
            <a:avLst/>
          </a:prstGeom>
          <a:solidFill xmlns:a="http://schemas.openxmlformats.org/drawingml/2006/main">
            <a:srgbClr val="FFFFFF">
              <a:alpha val="90196"/>
            </a:srgbClr>
          </a:solidFill>
          <a:ln xmlns:a="http://schemas.openxmlformats.org/drawingml/2006/main" w="9525">
            <a:solidFill>
              <a:srgbClr val="FFFFFF"/>
            </a:solidFill>
            <a:prstDash val="solid"/>
          </a:ln>
        </p:spPr>
      </p:sp>
      <p:sp>
        <p:nvSpPr>
          <p:cNvPr id="23" name="">
            <a:extLst xmlns:a="http://schemas.openxmlformats.org/drawingml/2006/main">
              <a:ext uri="{FF2B5EF4-FFF2-40B4-BE49-F238E27FC236}">
                <a16:creationId xmlns:a16="http://schemas.microsoft.com/office/drawing/2014/main" id="{0C73051D-6812-4049-A178-EAEEB28B53AA}"/>
              </a:ext>
            </a:extLst>
          </p:cNvPr>
          <p:cNvSpPr>
            <a:spLocks xmlns:a="http://schemas.openxmlformats.org/drawingml/2006/main" noGrp="1"/>
          </p:cNvSpPr>
          <p:nvPr/>
        </p:nvSpPr>
        <p:spPr>
          <a:xfrm xmlns:a="http://schemas.openxmlformats.org/drawingml/2006/main">
            <a:off x="2705100" y="4314825"/>
            <a:ext cx="13716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059669"/>
                </a:solidFill>
                <a:latin typeface="Segoe UI"/>
                <a:ea typeface="Segoe UI"/>
                <a:cs typeface="Segoe UI"/>
              </a:defRPr>
            </a:pPr>
            <a:r>
              <a:rPr sz="1875" b="1">
                <a:solidFill>
                  <a:srgbClr val="059669"/>
                </a:solidFill>
                <a:latin typeface="Segoe UI"/>
                <a:ea typeface="Segoe UI"/>
                <a:cs typeface="Segoe UI"/>
              </a:rPr>
              <a:t>AES-256</a:t>
            </a:r>
          </a:p>
        </p:txBody>
      </p:sp>
      <p:sp>
        <p:nvSpPr>
          <p:cNvPr id="24" name="">
            <a:extLst xmlns:a="http://schemas.openxmlformats.org/drawingml/2006/main">
              <a:ext uri="{FF2B5EF4-FFF2-40B4-BE49-F238E27FC236}">
                <a16:creationId xmlns:a16="http://schemas.microsoft.com/office/drawing/2014/main" id="{5F9A166D-6F1D-435C-A355-2EB17678FD98}"/>
              </a:ext>
            </a:extLst>
          </p:cNvPr>
          <p:cNvSpPr>
            <a:spLocks xmlns:a="http://schemas.openxmlformats.org/drawingml/2006/main" noGrp="1"/>
          </p:cNvSpPr>
          <p:nvPr/>
        </p:nvSpPr>
        <p:spPr>
          <a:xfrm xmlns:a="http://schemas.openxmlformats.org/drawingml/2006/main">
            <a:off x="2705100" y="4638675"/>
            <a:ext cx="13716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5B6B73"/>
                </a:solidFill>
                <a:latin typeface="Segoe UI"/>
                <a:ea typeface="Segoe UI"/>
                <a:cs typeface="Segoe UI"/>
              </a:defRPr>
            </a:pPr>
            <a:r>
              <a:rPr sz="788" b="0">
                <a:solidFill>
                  <a:srgbClr val="5B6B73"/>
                </a:solidFill>
                <a:latin typeface="Segoe UI"/>
                <a:ea typeface="Segoe UI"/>
                <a:cs typeface="Segoe UI"/>
              </a:rPr>
              <a:t>SQLCipher mã hóa DB</a:t>
            </a:r>
          </a:p>
        </p:txBody>
      </p:sp>
      <p:sp>
        <p:nvSpPr>
          <p:cNvPr id="25" name="">
            <a:extLst xmlns:a="http://schemas.openxmlformats.org/drawingml/2006/main">
              <a:ext uri="{FF2B5EF4-FFF2-40B4-BE49-F238E27FC236}">
                <a16:creationId xmlns:a16="http://schemas.microsoft.com/office/drawing/2014/main" id="{78B19EDE-94F5-456B-AFF3-84FCFBFD39D5}"/>
              </a:ext>
            </a:extLst>
          </p:cNvPr>
          <p:cNvSpPr>
            <a:spLocks xmlns:a="http://schemas.openxmlformats.org/drawingml/2006/main" noGrp="1"/>
          </p:cNvSpPr>
          <p:nvPr/>
        </p:nvSpPr>
        <p:spPr>
          <a:xfrm xmlns:a="http://schemas.openxmlformats.org/drawingml/2006/main">
            <a:off x="4514850" y="4267200"/>
            <a:ext cx="1714500" cy="781050"/>
          </a:xfrm>
          <a:prstGeom xmlns:a="http://schemas.openxmlformats.org/drawingml/2006/main" prst="rect">
            <a:avLst/>
          </a:prstGeom>
          <a:solidFill xmlns:a="http://schemas.openxmlformats.org/drawingml/2006/main">
            <a:srgbClr val="075985">
              <a:alpha val="9412"/>
            </a:srgbClr>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DE94112E-7428-4BF6-9033-42E1793E5B6C}"/>
              </a:ext>
            </a:extLst>
          </p:cNvPr>
          <p:cNvSpPr>
            <a:spLocks xmlns:a="http://schemas.openxmlformats.org/drawingml/2006/main" noGrp="1"/>
          </p:cNvSpPr>
          <p:nvPr/>
        </p:nvSpPr>
        <p:spPr>
          <a:xfrm xmlns:a="http://schemas.openxmlformats.org/drawingml/2006/main">
            <a:off x="4438650" y="4171950"/>
            <a:ext cx="1714500" cy="781050"/>
          </a:xfrm>
          <a:prstGeom xmlns:a="http://schemas.openxmlformats.org/drawingml/2006/main" prst="rect">
            <a:avLst/>
          </a:prstGeom>
          <a:solidFill xmlns:a="http://schemas.openxmlformats.org/drawingml/2006/main">
            <a:srgbClr val="FFFFFF">
              <a:alpha val="90196"/>
            </a:srgbClr>
          </a:solidFill>
          <a:ln xmlns:a="http://schemas.openxmlformats.org/drawingml/2006/main" w="9525">
            <a:solidFill>
              <a:srgbClr val="FFFFFF"/>
            </a:solidFill>
            <a:prstDash val="solid"/>
          </a:ln>
        </p:spPr>
      </p:sp>
      <p:sp>
        <p:nvSpPr>
          <p:cNvPr id="27" name="">
            <a:extLst xmlns:a="http://schemas.openxmlformats.org/drawingml/2006/main">
              <a:ext uri="{FF2B5EF4-FFF2-40B4-BE49-F238E27FC236}">
                <a16:creationId xmlns:a16="http://schemas.microsoft.com/office/drawing/2014/main" id="{AA8E4DD7-E872-400B-8880-ECB59220D97D}"/>
              </a:ext>
            </a:extLst>
          </p:cNvPr>
          <p:cNvSpPr>
            <a:spLocks xmlns:a="http://schemas.openxmlformats.org/drawingml/2006/main" noGrp="1"/>
          </p:cNvSpPr>
          <p:nvPr/>
        </p:nvSpPr>
        <p:spPr>
          <a:xfrm xmlns:a="http://schemas.openxmlformats.org/drawingml/2006/main">
            <a:off x="4610100" y="4314825"/>
            <a:ext cx="13716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075985"/>
                </a:solidFill>
                <a:latin typeface="Segoe UI"/>
                <a:ea typeface="Segoe UI"/>
                <a:cs typeface="Segoe UI"/>
              </a:defRPr>
            </a:pPr>
            <a:r>
              <a:rPr sz="1875" b="1">
                <a:solidFill>
                  <a:srgbClr val="075985"/>
                </a:solidFill>
                <a:latin typeface="Segoe UI"/>
                <a:ea typeface="Segoe UI"/>
                <a:cs typeface="Segoe UI"/>
              </a:rPr>
              <a:t>HTMX</a:t>
            </a:r>
          </a:p>
        </p:txBody>
      </p:sp>
      <p:sp>
        <p:nvSpPr>
          <p:cNvPr id="28" name="">
            <a:extLst xmlns:a="http://schemas.openxmlformats.org/drawingml/2006/main">
              <a:ext uri="{FF2B5EF4-FFF2-40B4-BE49-F238E27FC236}">
                <a16:creationId xmlns:a16="http://schemas.microsoft.com/office/drawing/2014/main" id="{AD61C3CF-A65C-4035-BFA4-8CEE5427F4BD}"/>
              </a:ext>
            </a:extLst>
          </p:cNvPr>
          <p:cNvSpPr>
            <a:spLocks xmlns:a="http://schemas.openxmlformats.org/drawingml/2006/main" noGrp="1"/>
          </p:cNvSpPr>
          <p:nvPr/>
        </p:nvSpPr>
        <p:spPr>
          <a:xfrm xmlns:a="http://schemas.openxmlformats.org/drawingml/2006/main">
            <a:off x="4610100" y="4638675"/>
            <a:ext cx="13716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5B6B73"/>
                </a:solidFill>
                <a:latin typeface="Segoe UI"/>
                <a:ea typeface="Segoe UI"/>
                <a:cs typeface="Segoe UI"/>
              </a:defRPr>
            </a:pPr>
            <a:r>
              <a:rPr sz="788" b="0">
                <a:solidFill>
                  <a:srgbClr val="5B6B73"/>
                </a:solidFill>
                <a:latin typeface="Segoe UI"/>
                <a:ea typeface="Segoe UI"/>
                <a:cs typeface="Segoe UI"/>
              </a:rPr>
              <a:t>Partial reload, thao tác nhanh</a:t>
            </a:r>
          </a:p>
        </p:txBody>
      </p:sp>
      <p:sp>
        <p:nvSpPr>
          <p:cNvPr id="29" name="">
            <a:extLst xmlns:a="http://schemas.openxmlformats.org/drawingml/2006/main">
              <a:ext uri="{FF2B5EF4-FFF2-40B4-BE49-F238E27FC236}">
                <a16:creationId xmlns:a16="http://schemas.microsoft.com/office/drawing/2014/main" id="{10A22178-354B-4456-8641-27CB586A2AC4}"/>
              </a:ext>
            </a:extLst>
          </p:cNvPr>
          <p:cNvSpPr>
            <a:spLocks xmlns:a="http://schemas.openxmlformats.org/drawingml/2006/main" noGrp="1"/>
          </p:cNvSpPr>
          <p:nvPr/>
        </p:nvSpPr>
        <p:spPr>
          <a:xfrm xmlns:a="http://schemas.openxmlformats.org/drawingml/2006/main">
            <a:off x="6457950" y="742950"/>
            <a:ext cx="5219700" cy="4686300"/>
          </a:xfrm>
          <a:prstGeom xmlns:a="http://schemas.openxmlformats.org/drawingml/2006/main" prst="rect">
            <a:avLst/>
          </a:prstGeom>
          <a:solidFill xmlns:a="http://schemas.openxmlformats.org/drawingml/2006/main">
            <a:srgbClr val="075985">
              <a:alpha val="13333"/>
            </a:srgbClr>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5F65934A-D862-41F2-8416-C1D0F13F0DD5}"/>
              </a:ext>
            </a:extLst>
          </p:cNvPr>
          <p:cNvSpPr>
            <a:spLocks xmlns:a="http://schemas.openxmlformats.org/drawingml/2006/main" noGrp="1"/>
          </p:cNvSpPr>
          <p:nvPr/>
        </p:nvSpPr>
        <p:spPr>
          <a:xfrm xmlns:a="http://schemas.openxmlformats.org/drawingml/2006/main">
            <a:off x="6381750" y="647700"/>
            <a:ext cx="5219700" cy="4686300"/>
          </a:xfrm>
          <a:prstGeom xmlns:a="http://schemas.openxmlformats.org/drawingml/2006/main" prst="rect">
            <a:avLst/>
          </a:prstGeom>
          <a:solidFill xmlns:a="http://schemas.openxmlformats.org/drawingml/2006/main">
            <a:srgbClr val="FFFFFF">
              <a:alpha val="90980"/>
            </a:srgbClr>
          </a:solidFill>
          <a:ln xmlns:a="http://schemas.openxmlformats.org/drawingml/2006/main" w="9525">
            <a:solidFill>
              <a:srgbClr val="FFFFFF"/>
            </a:solidFill>
            <a:prstDash val="solid"/>
          </a:ln>
        </p:spPr>
      </p:sp>
      <p:sp>
        <p:nvSpPr>
          <p:cNvPr id="31" name="">
            <a:extLst xmlns:a="http://schemas.openxmlformats.org/drawingml/2006/main">
              <a:ext uri="{FF2B5EF4-FFF2-40B4-BE49-F238E27FC236}">
                <a16:creationId xmlns:a16="http://schemas.microsoft.com/office/drawing/2014/main" id="{C47B7681-EAE6-4330-BB89-6182BF2E45A3}"/>
              </a:ext>
            </a:extLst>
          </p:cNvPr>
          <p:cNvSpPr>
            <a:spLocks xmlns:a="http://schemas.openxmlformats.org/drawingml/2006/main" noGrp="1"/>
          </p:cNvSpPr>
          <p:nvPr/>
        </p:nvSpPr>
        <p:spPr>
          <a:xfrm xmlns:a="http://schemas.openxmlformats.org/drawingml/2006/main">
            <a:off x="6381750" y="647700"/>
            <a:ext cx="5219700" cy="266700"/>
          </a:xfrm>
          <a:prstGeom xmlns:a="http://schemas.openxmlformats.org/drawingml/2006/main" prst="rect">
            <a:avLst/>
          </a:prstGeom>
          <a:solidFill xmlns:a="http://schemas.openxmlformats.org/drawingml/2006/main">
            <a:srgbClr val="0B5874"/>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7DEB7AB3-E57B-4492-A6B1-4CEF897DF0E5}"/>
              </a:ext>
            </a:extLst>
          </p:cNvPr>
          <p:cNvSpPr>
            <a:spLocks xmlns:a="http://schemas.openxmlformats.org/drawingml/2006/main" noGrp="1"/>
          </p:cNvSpPr>
          <p:nvPr/>
        </p:nvSpPr>
        <p:spPr>
          <a:xfrm xmlns:a="http://schemas.openxmlformats.org/drawingml/2006/main">
            <a:off x="6515100" y="742950"/>
            <a:ext cx="76200" cy="76200"/>
          </a:xfrm>
          <a:prstGeom xmlns:a="http://schemas.openxmlformats.org/drawingml/2006/main" prst="rect">
            <a:avLst/>
          </a:prstGeom>
          <a:solidFill xmlns:a="http://schemas.openxmlformats.org/drawingml/2006/main">
            <a:srgbClr val="EF4444"/>
          </a:solidFill>
          <a:ln xmlns:a="http://schemas.openxmlformats.org/drawingml/2006/main" w="0">
            <a:solidFill>
              <a:srgbClr val="000000">
                <a:alpha val="0"/>
              </a:srgbClr>
            </a:solidFill>
            <a:prstDash val="solid"/>
          </a:ln>
        </p:spPr>
      </p:sp>
      <p:sp>
        <p:nvSpPr>
          <p:cNvPr id="33" name="">
            <a:extLst xmlns:a="http://schemas.openxmlformats.org/drawingml/2006/main">
              <a:ext uri="{FF2B5EF4-FFF2-40B4-BE49-F238E27FC236}">
                <a16:creationId xmlns:a16="http://schemas.microsoft.com/office/drawing/2014/main" id="{44FDE294-24D7-43E2-86EC-8FF66EAE4076}"/>
              </a:ext>
            </a:extLst>
          </p:cNvPr>
          <p:cNvSpPr>
            <a:spLocks xmlns:a="http://schemas.openxmlformats.org/drawingml/2006/main" noGrp="1"/>
          </p:cNvSpPr>
          <p:nvPr/>
        </p:nvSpPr>
        <p:spPr>
          <a:xfrm xmlns:a="http://schemas.openxmlformats.org/drawingml/2006/main">
            <a:off x="6667500" y="742950"/>
            <a:ext cx="76200" cy="76200"/>
          </a:xfrm>
          <a:prstGeom xmlns:a="http://schemas.openxmlformats.org/drawingml/2006/main" prst="rect">
            <a:avLst/>
          </a:prstGeom>
          <a:solidFill xmlns:a="http://schemas.openxmlformats.org/drawingml/2006/main">
            <a:srgbClr val="F59E0B"/>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4E4DD893-ADE0-4F81-867E-E2A80891E865}"/>
              </a:ext>
            </a:extLst>
          </p:cNvPr>
          <p:cNvSpPr>
            <a:spLocks xmlns:a="http://schemas.openxmlformats.org/drawingml/2006/main" noGrp="1"/>
          </p:cNvSpPr>
          <p:nvPr/>
        </p:nvSpPr>
        <p:spPr>
          <a:xfrm xmlns:a="http://schemas.openxmlformats.org/drawingml/2006/main">
            <a:off x="6819900" y="742950"/>
            <a:ext cx="76200" cy="7620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d4893bb3563349bc"/>
          <a:srcRect xmlns:a="http://schemas.openxmlformats.org/drawingml/2006/main" l="19372" t="0" r="19372" b="0"/>
          <a:stretch xmlns:a="http://schemas.openxmlformats.org/drawingml/2006/main">
            <a:fillRect l="0" t="0" r="0" b="0"/>
          </a:stretch>
        </p:blipFill>
        <p:spPr>
          <a:xfrm xmlns:a="http://schemas.openxmlformats.org/drawingml/2006/main">
            <a:off x="6477000" y="1009650"/>
            <a:ext cx="5029200" cy="4229100"/>
          </a:xfrm>
          <a:prstGeom xmlns:a="http://schemas.openxmlformats.org/drawingml/2006/main" prst="rect">
            <a:avLst/>
          </a:prstGeom>
        </p:spPr>
      </p:pic>
      <p:sp>
        <p:nvSpPr>
          <p:cNvPr id="36" name="">
            <a:extLst xmlns:a="http://schemas.openxmlformats.org/drawingml/2006/main">
              <a:ext uri="{FF2B5EF4-FFF2-40B4-BE49-F238E27FC236}">
                <a16:creationId xmlns:a16="http://schemas.microsoft.com/office/drawing/2014/main" id="{D29F3276-1D6E-4F85-A72F-7B216D6F6D39}"/>
              </a:ext>
            </a:extLst>
          </p:cNvPr>
          <p:cNvSpPr>
            <a:spLocks xmlns:a="http://schemas.openxmlformats.org/drawingml/2006/main" noGrp="1"/>
          </p:cNvSpPr>
          <p:nvPr/>
        </p:nvSpPr>
        <p:spPr>
          <a:xfrm xmlns:a="http://schemas.openxmlformats.org/drawingml/2006/main">
            <a:off x="7391400" y="5505450"/>
            <a:ext cx="3143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CFEAE6"/>
                </a:solidFill>
                <a:latin typeface="Segoe UI"/>
                <a:ea typeface="Segoe UI"/>
                <a:cs typeface="Segoe UI"/>
              </a:defRPr>
            </a:pPr>
            <a:r>
              <a:rPr sz="750" b="0">
                <a:solidFill>
                  <a:srgbClr val="CFEAE6"/>
                </a:solidFill>
                <a:latin typeface="Segoe UI"/>
                <a:ea typeface="Segoe UI"/>
                <a:cs typeface="Segoe UI"/>
              </a:rPr>
              <a:t>Ảnh giao diện dashboard thật từ frontend/assets</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d8d311cff24a4704">
            <a:extLst>
              <a:ext uri="{96DAC541-7B7A-43D3-8B79-37D633B846F1}">
                <asvg:svgBlip xmlns:asvg="http://schemas.microsoft.com/office/drawing/2016/SVG/main" r:embed="Recb2f76ee1074f67"/>
              </a:ext>
            </a:extLst>
          </a:blip>
          <a:stretch xmlns:a="http://schemas.openxmlformats.org/drawingml/2006/main"/>
        </p:blipFill>
        <p:spPr>
          <a:xfrm xmlns:a="http://schemas.openxmlformats.org/drawingml/2006/main">
            <a:off x="10801350" y="5467350"/>
            <a:ext cx="247650" cy="247650"/>
          </a:xfrm>
          <a:prstGeom xmlns:a="http://schemas.openxmlformats.org/drawingml/2006/main" prst="rect">
            <a:avLst/>
          </a:prstGeom>
        </p:spPr>
      </p:pic>
      <p:sp>
        <p:nvSpPr>
          <p:cNvPr id="38" name="">
            <a:extLst xmlns:a="http://schemas.openxmlformats.org/drawingml/2006/main">
              <a:ext uri="{FF2B5EF4-FFF2-40B4-BE49-F238E27FC236}">
                <a16:creationId xmlns:a16="http://schemas.microsoft.com/office/drawing/2014/main" id="{EA65B371-91B1-431A-A670-D5EAF9C3F29D}"/>
              </a:ext>
            </a:extLst>
          </p:cNvPr>
          <p:cNvSpPr>
            <a:spLocks xmlns:a="http://schemas.openxmlformats.org/drawingml/2006/main" noGrp="1"/>
          </p:cNvSpPr>
          <p:nvPr/>
        </p:nvSpPr>
        <p:spPr>
          <a:xfrm xmlns:a="http://schemas.openxmlformats.org/drawingml/2006/main">
            <a:off x="590550" y="6419850"/>
            <a:ext cx="9715500" cy="9525"/>
          </a:xfrm>
          <a:prstGeom xmlns:a="http://schemas.openxmlformats.org/drawingml/2006/main" prst="rect">
            <a:avLst/>
          </a:prstGeom>
          <a:solidFill xmlns:a="http://schemas.openxmlformats.org/drawingml/2006/main">
            <a:srgbClr val="FFFFFF">
              <a:alpha val="20000"/>
            </a:srgbClr>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12B41EB9-D173-41C0-8586-5080B36BE9C8}"/>
              </a:ext>
            </a:extLst>
          </p:cNvPr>
          <p:cNvSpPr>
            <a:spLocks xmlns:a="http://schemas.openxmlformats.org/drawingml/2006/main" noGrp="1"/>
          </p:cNvSpPr>
          <p:nvPr/>
        </p:nvSpPr>
        <p:spPr>
          <a:xfrm xmlns:a="http://schemas.openxmlformats.org/drawingml/2006/main">
            <a:off x="590550" y="6515100"/>
            <a:ext cx="7239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B9D7D3"/>
                </a:solidFill>
                <a:latin typeface="Segoe UI"/>
                <a:ea typeface="Segoe UI"/>
                <a:cs typeface="Segoe UI"/>
              </a:defRPr>
            </a:pPr>
            <a:r>
              <a:rPr sz="638" b="0">
                <a:solidFill>
                  <a:srgbClr val="B9D7D3"/>
                </a:solidFill>
                <a:latin typeface="Segoe UI"/>
                <a:ea typeface="Segoe UI"/>
                <a:cs typeface="Segoe UI"/>
              </a:rPr>
              <a:t>Nguồn: README(VCFE).md; ảnh dashboard_page.png trong assets</a:t>
            </a:r>
          </a:p>
        </p:txBody>
      </p:sp>
      <p:sp>
        <p:nvSpPr>
          <p:cNvPr id="40" name="">
            <a:extLst xmlns:a="http://schemas.openxmlformats.org/drawingml/2006/main">
              <a:ext uri="{FF2B5EF4-FFF2-40B4-BE49-F238E27FC236}">
                <a16:creationId xmlns:a16="http://schemas.microsoft.com/office/drawing/2014/main" id="{8BD6EDFC-498B-4510-A258-E86108FB1941}"/>
              </a:ext>
            </a:extLst>
          </p:cNvPr>
          <p:cNvSpPr>
            <a:spLocks xmlns:a="http://schemas.openxmlformats.org/drawingml/2006/main" noGrp="1"/>
          </p:cNvSpPr>
          <p:nvPr/>
        </p:nvSpPr>
        <p:spPr>
          <a:xfrm xmlns:a="http://schemas.openxmlformats.org/drawingml/2006/main">
            <a:off x="11106150" y="6477000"/>
            <a:ext cx="5143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DDF7EC"/>
                </a:solidFill>
                <a:latin typeface="Segoe UI"/>
                <a:ea typeface="Segoe UI"/>
                <a:cs typeface="Segoe UI"/>
              </a:defRPr>
            </a:pPr>
            <a:r>
              <a:rPr sz="900" b="1">
                <a:solidFill>
                  <a:srgbClr val="DDF7EC"/>
                </a:solidFill>
                <a:latin typeface="Segoe UI"/>
                <a:ea typeface="Segoe UI"/>
                <a:cs typeface="Segoe UI"/>
              </a:rPr>
              <a:t>01</a:t>
            </a:r>
          </a:p>
        </p:txBody>
      </p:sp>
    </p:spTree>
    <p:extLst>
      <p:ext uri="{BB962C8B-B14F-4D97-AF65-F5344CB8AC3E}">
        <p14:creationId xmlns:p14="http://schemas.microsoft.com/office/powerpoint/2010/main" val="180629814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8E08B97-42F9-4F75-88B9-F4C6BCA5045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2FBF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22A5A6ED-E37A-46A9-8788-B7A1CA20E7F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DDF3E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01CBA2C5-1F3A-432C-8631-1D6C0B57F4CD}"/>
              </a:ext>
            </a:extLst>
          </p:cNvPr>
          <p:cNvSpPr>
            <a:spLocks xmlns:a="http://schemas.openxmlformats.org/drawingml/2006/main" noGrp="1"/>
          </p:cNvSpPr>
          <p:nvPr/>
        </p:nvSpPr>
        <p:spPr>
          <a:xfrm xmlns:a="http://schemas.openxmlformats.org/drawingml/2006/main">
            <a:off x="11982450" y="0"/>
            <a:ext cx="209550" cy="6858000"/>
          </a:xfrm>
          <a:prstGeom xmlns:a="http://schemas.openxmlformats.org/drawingml/2006/main" prst="rect">
            <a:avLst/>
          </a:prstGeom>
          <a:solidFill xmlns:a="http://schemas.openxmlformats.org/drawingml/2006/main">
            <a:srgbClr val="CBEADF"/>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3E0BAE63-9A8D-4326-80C9-147770EB64D1}"/>
              </a:ext>
            </a:extLst>
          </p:cNvPr>
          <p:cNvSpPr>
            <a:spLocks xmlns:a="http://schemas.openxmlformats.org/drawingml/2006/main" noGrp="1"/>
          </p:cNvSpPr>
          <p:nvPr/>
        </p:nvSpPr>
        <p:spPr>
          <a:xfrm xmlns:a="http://schemas.openxmlformats.org/drawingml/2006/main">
            <a:off x="0" y="6076950"/>
            <a:ext cx="12192000" cy="781050"/>
          </a:xfrm>
          <a:prstGeom xmlns:a="http://schemas.openxmlformats.org/drawingml/2006/main" prst="rect">
            <a:avLst/>
          </a:prstGeom>
          <a:solidFill xmlns:a="http://schemas.openxmlformats.org/drawingml/2006/main">
            <a:srgbClr val="CFEADF"/>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74E17E79-C217-4A72-A553-A338D756BF34}"/>
              </a:ext>
            </a:extLst>
          </p:cNvPr>
          <p:cNvSpPr>
            <a:spLocks xmlns:a="http://schemas.openxmlformats.org/drawingml/2006/main" noGrp="1"/>
          </p:cNvSpPr>
          <p:nvPr/>
        </p:nvSpPr>
        <p:spPr>
          <a:xfrm xmlns:a="http://schemas.openxmlformats.org/drawingml/2006/main">
            <a:off x="685800" y="781050"/>
            <a:ext cx="838200" cy="9525"/>
          </a:xfrm>
          <a:prstGeom xmlns:a="http://schemas.openxmlformats.org/drawingml/2006/main" prst="rect">
            <a:avLst/>
          </a:prstGeom>
          <a:solidFill xmlns:a="http://schemas.openxmlformats.org/drawingml/2006/main">
            <a:srgbClr val="6FCFAD">
              <a:alpha val="40000"/>
            </a:srgbClr>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1D5B1043-0D34-412B-A0CB-CE9AA1AAFE48}"/>
              </a:ext>
            </a:extLst>
          </p:cNvPr>
          <p:cNvSpPr>
            <a:spLocks xmlns:a="http://schemas.openxmlformats.org/drawingml/2006/main" noGrp="1"/>
          </p:cNvSpPr>
          <p:nvPr/>
        </p:nvSpPr>
        <p:spPr>
          <a:xfrm xmlns:a="http://schemas.openxmlformats.org/drawingml/2006/main">
            <a:off x="2114550" y="895350"/>
            <a:ext cx="838200" cy="9525"/>
          </a:xfrm>
          <a:prstGeom xmlns:a="http://schemas.openxmlformats.org/drawingml/2006/main" prst="rect">
            <a:avLst/>
          </a:prstGeom>
          <a:solidFill xmlns:a="http://schemas.openxmlformats.org/drawingml/2006/main">
            <a:srgbClr val="6FCFAD">
              <a:alpha val="40000"/>
            </a:srgbClr>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48B38A4D-DD74-497A-80FC-440C4738CAF1}"/>
              </a:ext>
            </a:extLst>
          </p:cNvPr>
          <p:cNvSpPr>
            <a:spLocks xmlns:a="http://schemas.openxmlformats.org/drawingml/2006/main" noGrp="1"/>
          </p:cNvSpPr>
          <p:nvPr/>
        </p:nvSpPr>
        <p:spPr>
          <a:xfrm xmlns:a="http://schemas.openxmlformats.org/drawingml/2006/main">
            <a:off x="3543300" y="1009650"/>
            <a:ext cx="838200" cy="9525"/>
          </a:xfrm>
          <a:prstGeom xmlns:a="http://schemas.openxmlformats.org/drawingml/2006/main" prst="rect">
            <a:avLst/>
          </a:prstGeom>
          <a:solidFill xmlns:a="http://schemas.openxmlformats.org/drawingml/2006/main">
            <a:srgbClr val="6FCFAD">
              <a:alpha val="40000"/>
            </a:srgbClr>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84830BFD-8432-46D1-8F32-4929B5A8B4C5}"/>
              </a:ext>
            </a:extLst>
          </p:cNvPr>
          <p:cNvSpPr>
            <a:spLocks xmlns:a="http://schemas.openxmlformats.org/drawingml/2006/main" noGrp="1"/>
          </p:cNvSpPr>
          <p:nvPr/>
        </p:nvSpPr>
        <p:spPr>
          <a:xfrm xmlns:a="http://schemas.openxmlformats.org/drawingml/2006/main">
            <a:off x="4972050" y="1123950"/>
            <a:ext cx="838200" cy="9525"/>
          </a:xfrm>
          <a:prstGeom xmlns:a="http://schemas.openxmlformats.org/drawingml/2006/main" prst="rect">
            <a:avLst/>
          </a:prstGeom>
          <a:solidFill xmlns:a="http://schemas.openxmlformats.org/drawingml/2006/main">
            <a:srgbClr val="6FCFAD">
              <a:alpha val="40000"/>
            </a:srgbClr>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C78FB309-9440-4879-B5BB-5A620256D414}"/>
              </a:ext>
            </a:extLst>
          </p:cNvPr>
          <p:cNvSpPr>
            <a:spLocks xmlns:a="http://schemas.openxmlformats.org/drawingml/2006/main" noGrp="1"/>
          </p:cNvSpPr>
          <p:nvPr/>
        </p:nvSpPr>
        <p:spPr>
          <a:xfrm xmlns:a="http://schemas.openxmlformats.org/drawingml/2006/main">
            <a:off x="6400800" y="1238250"/>
            <a:ext cx="838200" cy="9525"/>
          </a:xfrm>
          <a:prstGeom xmlns:a="http://schemas.openxmlformats.org/drawingml/2006/main" prst="rect">
            <a:avLst/>
          </a:prstGeom>
          <a:solidFill xmlns:a="http://schemas.openxmlformats.org/drawingml/2006/main">
            <a:srgbClr val="6FCFAD">
              <a:alpha val="40000"/>
            </a:srgbClr>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49C0FFC0-7318-4A01-8783-10ACD8A1EE76}"/>
              </a:ext>
            </a:extLst>
          </p:cNvPr>
          <p:cNvSpPr>
            <a:spLocks xmlns:a="http://schemas.openxmlformats.org/drawingml/2006/main" noGrp="1"/>
          </p:cNvSpPr>
          <p:nvPr/>
        </p:nvSpPr>
        <p:spPr>
          <a:xfrm xmlns:a="http://schemas.openxmlformats.org/drawingml/2006/main">
            <a:off x="7829550" y="1352550"/>
            <a:ext cx="838200" cy="9525"/>
          </a:xfrm>
          <a:prstGeom xmlns:a="http://schemas.openxmlformats.org/drawingml/2006/main" prst="rect">
            <a:avLst/>
          </a:prstGeom>
          <a:solidFill xmlns:a="http://schemas.openxmlformats.org/drawingml/2006/main">
            <a:srgbClr val="6FCFAD">
              <a:alpha val="40000"/>
            </a:srgbClr>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5548121C-7300-49A8-93F1-6D03DC498DE0}"/>
              </a:ext>
            </a:extLst>
          </p:cNvPr>
          <p:cNvSpPr>
            <a:spLocks xmlns:a="http://schemas.openxmlformats.org/drawingml/2006/main" noGrp="1"/>
          </p:cNvSpPr>
          <p:nvPr/>
        </p:nvSpPr>
        <p:spPr>
          <a:xfrm xmlns:a="http://schemas.openxmlformats.org/drawingml/2006/main">
            <a:off x="9258300" y="1466850"/>
            <a:ext cx="838200" cy="9525"/>
          </a:xfrm>
          <a:prstGeom xmlns:a="http://schemas.openxmlformats.org/drawingml/2006/main" prst="rect">
            <a:avLst/>
          </a:prstGeom>
          <a:solidFill xmlns:a="http://schemas.openxmlformats.org/drawingml/2006/main">
            <a:srgbClr val="6FCFAD">
              <a:alpha val="40000"/>
            </a:srgbClr>
          </a:solidFill>
          <a:ln xmlns:a="http://schemas.openxmlformats.org/drawingml/2006/main" w="0">
            <a:solidFill>
              <a:srgbClr val="000000">
                <a:alpha val="0"/>
              </a:srgbClr>
            </a:solidFill>
            <a:prstDash val="solid"/>
          </a:ln>
        </p:spPr>
      </p:sp>
      <p:sp>
        <p:nvSpPr>
          <p:cNvPr id="12" name="kicker-2-marker">
            <a:extLst xmlns:a="http://schemas.openxmlformats.org/drawingml/2006/main">
              <a:ext uri="{FF2B5EF4-FFF2-40B4-BE49-F238E27FC236}">
                <a16:creationId xmlns:a16="http://schemas.microsoft.com/office/drawing/2014/main" id="{1248EF3D-8C74-4D79-B143-4DB43EB194C6}"/>
              </a:ext>
            </a:extLst>
          </p:cNvPr>
          <p:cNvSpPr>
            <a:spLocks xmlns:a="http://schemas.openxmlformats.org/drawingml/2006/main" noGrp="1"/>
          </p:cNvSpPr>
          <p:nvPr/>
        </p:nvSpPr>
        <p:spPr>
          <a:xfrm xmlns:a="http://schemas.openxmlformats.org/drawingml/2006/main">
            <a:off x="590550" y="514350"/>
            <a:ext cx="85725" cy="85725"/>
          </a:xfrm>
          <a:prstGeom xmlns:a="http://schemas.openxmlformats.org/drawingml/2006/main" prst="rect">
            <a:avLst/>
          </a:prstGeom>
          <a:solidFill xmlns:a="http://schemas.openxmlformats.org/drawingml/2006/main">
            <a:srgbClr val="059669"/>
          </a:solidFill>
          <a:ln xmlns:a="http://schemas.openxmlformats.org/drawingml/2006/main" w="0">
            <a:solidFill>
              <a:srgbClr val="000000">
                <a:alpha val="0"/>
              </a:srgbClr>
            </a:solidFill>
            <a:prstDash val="solid"/>
          </a:ln>
        </p:spPr>
      </p:sp>
      <p:sp>
        <p:nvSpPr>
          <p:cNvPr id="13" name="kicker-2-label">
            <a:extLst xmlns:a="http://schemas.openxmlformats.org/drawingml/2006/main">
              <a:ext uri="{FF2B5EF4-FFF2-40B4-BE49-F238E27FC236}">
                <a16:creationId xmlns:a16="http://schemas.microsoft.com/office/drawing/2014/main" id="{569B7DA6-88EF-4CF1-9AE5-47C05508F671}"/>
              </a:ext>
            </a:extLst>
          </p:cNvPr>
          <p:cNvSpPr>
            <a:spLocks xmlns:a="http://schemas.openxmlformats.org/drawingml/2006/main" noGrp="1"/>
          </p:cNvSpPr>
          <p:nvPr/>
        </p:nvSpPr>
        <p:spPr>
          <a:xfrm xmlns:a="http://schemas.openxmlformats.org/drawingml/2006/main">
            <a:off x="781050" y="457200"/>
            <a:ext cx="4000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88" b="1">
                <a:solidFill>
                  <a:srgbClr val="0F766E"/>
                </a:solidFill>
                <a:latin typeface="Segoe UI"/>
                <a:ea typeface="Segoe UI"/>
                <a:cs typeface="Segoe UI"/>
              </a:defRPr>
            </a:pPr>
            <a:r>
              <a:rPr sz="788" b="1">
                <a:solidFill>
                  <a:srgbClr val="0F766E"/>
                </a:solidFill>
                <a:latin typeface="Segoe UI"/>
                <a:ea typeface="Segoe UI"/>
                <a:cs typeface="Segoe UI"/>
              </a:rPr>
              <a:t>GIỚI THIỆU</a:t>
            </a:r>
          </a:p>
        </p:txBody>
      </p:sp>
      <p:sp>
        <p:nvSpPr>
          <p:cNvPr id="14" name="">
            <a:extLst xmlns:a="http://schemas.openxmlformats.org/drawingml/2006/main">
              <a:ext uri="{FF2B5EF4-FFF2-40B4-BE49-F238E27FC236}">
                <a16:creationId xmlns:a16="http://schemas.microsoft.com/office/drawing/2014/main" id="{521D9363-7D49-46DA-9900-1BC2A8FB56EC}"/>
              </a:ext>
            </a:extLst>
          </p:cNvPr>
          <p:cNvSpPr>
            <a:spLocks xmlns:a="http://schemas.openxmlformats.org/drawingml/2006/main" noGrp="1"/>
          </p:cNvSpPr>
          <p:nvPr/>
        </p:nvSpPr>
        <p:spPr>
          <a:xfrm xmlns:a="http://schemas.openxmlformats.org/drawingml/2006/main">
            <a:off x="590550" y="819150"/>
            <a:ext cx="581025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625" b="1">
                <a:solidFill>
                  <a:srgbClr val="0F2F3A"/>
                </a:solidFill>
                <a:latin typeface="Segoe UI"/>
                <a:ea typeface="Segoe UI"/>
                <a:cs typeface="Segoe UI"/>
              </a:defRPr>
            </a:pPr>
            <a:r>
              <a:rPr sz="2625" b="1">
                <a:solidFill>
                  <a:srgbClr val="0F2F3A"/>
                </a:solidFill>
                <a:latin typeface="Segoe UI"/>
                <a:ea typeface="Segoe UI"/>
                <a:cs typeface="Segoe UI"/>
              </a:rPr>
              <a:t>VCFED biến dữ liệu phân tán thành hệ thống quản lý mở-là-chạy.</a:t>
            </a:r>
          </a:p>
        </p:txBody>
      </p:sp>
      <p:sp>
        <p:nvSpPr>
          <p:cNvPr id="15" name="">
            <a:extLst xmlns:a="http://schemas.openxmlformats.org/drawingml/2006/main">
              <a:ext uri="{FF2B5EF4-FFF2-40B4-BE49-F238E27FC236}">
                <a16:creationId xmlns:a16="http://schemas.microsoft.com/office/drawing/2014/main" id="{CA389268-0F6C-44EA-86FB-9A980336CE4B}"/>
              </a:ext>
            </a:extLst>
          </p:cNvPr>
          <p:cNvSpPr>
            <a:spLocks xmlns:a="http://schemas.openxmlformats.org/drawingml/2006/main" noGrp="1"/>
          </p:cNvSpPr>
          <p:nvPr/>
        </p:nvSpPr>
        <p:spPr>
          <a:xfrm xmlns:a="http://schemas.openxmlformats.org/drawingml/2006/main">
            <a:off x="609600" y="1828800"/>
            <a:ext cx="53340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B6B73"/>
                </a:solidFill>
                <a:latin typeface="Segoe UI"/>
                <a:ea typeface="Segoe UI"/>
                <a:cs typeface="Segoe UI"/>
              </a:defRPr>
            </a:pPr>
            <a:r>
              <a:rPr sz="1050" b="0">
                <a:solidFill>
                  <a:srgbClr val="5B6B73"/>
                </a:solidFill>
                <a:latin typeface="Segoe UI"/>
                <a:ea typeface="Segoe UI"/>
                <a:cs typeface="Segoe UI"/>
              </a:rPr>
              <a:t>Phiên bản 2.0 được thiết kế chuyên biệt cho theo dõi, quản lý và phân tích mạng lưới đối tượng có yếu tố nước ngoài, trong khi vẫn giữ vận hành 100% local/offline.</a:t>
            </a:r>
          </a:p>
        </p:txBody>
      </p:sp>
      <p:sp>
        <p:nvSpPr>
          <p:cNvPr id="16" name="">
            <a:extLst xmlns:a="http://schemas.openxmlformats.org/drawingml/2006/main">
              <a:ext uri="{FF2B5EF4-FFF2-40B4-BE49-F238E27FC236}">
                <a16:creationId xmlns:a16="http://schemas.microsoft.com/office/drawing/2014/main" id="{05206E31-A98B-454C-8399-576FA945E636}"/>
              </a:ext>
            </a:extLst>
          </p:cNvPr>
          <p:cNvSpPr>
            <a:spLocks xmlns:a="http://schemas.openxmlformats.org/drawingml/2006/main" noGrp="1"/>
          </p:cNvSpPr>
          <p:nvPr/>
        </p:nvSpPr>
        <p:spPr>
          <a:xfrm xmlns:a="http://schemas.openxmlformats.org/drawingml/2006/main">
            <a:off x="742950" y="3048000"/>
            <a:ext cx="1524000" cy="1352550"/>
          </a:xfrm>
          <a:prstGeom xmlns:a="http://schemas.openxmlformats.org/drawingml/2006/main" prst="rect">
            <a:avLst/>
          </a:prstGeom>
          <a:solidFill xmlns:a="http://schemas.openxmlformats.org/drawingml/2006/main">
            <a:srgbClr val="0F766E">
              <a:alpha val="12549"/>
            </a:srgbClr>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DB044790-DD85-4ACF-A849-413C97F126DD}"/>
              </a:ext>
            </a:extLst>
          </p:cNvPr>
          <p:cNvSpPr>
            <a:spLocks xmlns:a="http://schemas.openxmlformats.org/drawingml/2006/main" noGrp="1"/>
          </p:cNvSpPr>
          <p:nvPr/>
        </p:nvSpPr>
        <p:spPr>
          <a:xfrm xmlns:a="http://schemas.openxmlformats.org/drawingml/2006/main">
            <a:off x="666750" y="2952750"/>
            <a:ext cx="1524000" cy="1352550"/>
          </a:xfrm>
          <a:prstGeom xmlns:a="http://schemas.openxmlformats.org/drawingml/2006/main" prst="rect">
            <a:avLst/>
          </a:prstGeom>
          <a:solidFill xmlns:a="http://schemas.openxmlformats.org/drawingml/2006/main">
            <a:srgbClr val="F4FFFA">
              <a:alpha val="90980"/>
            </a:srgbClr>
          </a:solidFill>
          <a:ln xmlns:a="http://schemas.openxmlformats.org/drawingml/2006/main" w="9525">
            <a:solidFill>
              <a:srgbClr val="FFFFFF"/>
            </a:solidFill>
            <a:prstDash val="solid"/>
          </a:ln>
        </p:spPr>
      </p:sp>
      <p:sp>
        <p:nvSpPr>
          <p:cNvPr id="18" name="">
            <a:extLst xmlns:a="http://schemas.openxmlformats.org/drawingml/2006/main">
              <a:ext uri="{FF2B5EF4-FFF2-40B4-BE49-F238E27FC236}">
                <a16:creationId xmlns:a16="http://schemas.microsoft.com/office/drawing/2014/main" id="{C5C74D8D-EF05-431C-8F06-92F631C840EE}"/>
              </a:ext>
            </a:extLst>
          </p:cNvPr>
          <p:cNvSpPr>
            <a:spLocks xmlns:a="http://schemas.openxmlformats.org/drawingml/2006/main" noGrp="1"/>
          </p:cNvSpPr>
          <p:nvPr/>
        </p:nvSpPr>
        <p:spPr>
          <a:xfrm xmlns:a="http://schemas.openxmlformats.org/drawingml/2006/main">
            <a:off x="838200" y="3105150"/>
            <a:ext cx="4000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59669"/>
                </a:solidFill>
                <a:latin typeface="Segoe UI"/>
                <a:ea typeface="Segoe UI"/>
                <a:cs typeface="Segoe UI"/>
              </a:defRPr>
            </a:pPr>
            <a:r>
              <a:rPr sz="1500" b="1">
                <a:solidFill>
                  <a:srgbClr val="059669"/>
                </a:solidFill>
                <a:latin typeface="Segoe UI"/>
                <a:ea typeface="Segoe UI"/>
                <a:cs typeface="Segoe UI"/>
              </a:rPr>
              <a:t>01</a:t>
            </a:r>
          </a:p>
        </p:txBody>
      </p:sp>
      <p:sp>
        <p:nvSpPr>
          <p:cNvPr id="19" name="">
            <a:extLst xmlns:a="http://schemas.openxmlformats.org/drawingml/2006/main">
              <a:ext uri="{FF2B5EF4-FFF2-40B4-BE49-F238E27FC236}">
                <a16:creationId xmlns:a16="http://schemas.microsoft.com/office/drawing/2014/main" id="{47CB92F5-9D04-487E-82D4-20B919BF72D0}"/>
              </a:ext>
            </a:extLst>
          </p:cNvPr>
          <p:cNvSpPr>
            <a:spLocks xmlns:a="http://schemas.openxmlformats.org/drawingml/2006/main" noGrp="1"/>
          </p:cNvSpPr>
          <p:nvPr/>
        </p:nvSpPr>
        <p:spPr>
          <a:xfrm xmlns:a="http://schemas.openxmlformats.org/drawingml/2006/main">
            <a:off x="838200" y="3448050"/>
            <a:ext cx="1219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F2F3A"/>
                </a:solidFill>
                <a:latin typeface="Segoe UI"/>
                <a:ea typeface="Segoe UI"/>
                <a:cs typeface="Segoe UI"/>
              </a:defRPr>
            </a:pPr>
            <a:r>
              <a:rPr sz="1350" b="1">
                <a:solidFill>
                  <a:srgbClr val="0F2F3A"/>
                </a:solidFill>
                <a:latin typeface="Segoe UI"/>
                <a:ea typeface="Segoe UI"/>
                <a:cs typeface="Segoe UI"/>
              </a:rPr>
              <a:t>Nhập liệu</a:t>
            </a:r>
          </a:p>
        </p:txBody>
      </p:sp>
      <p:sp>
        <p:nvSpPr>
          <p:cNvPr id="20" name="">
            <a:extLst xmlns:a="http://schemas.openxmlformats.org/drawingml/2006/main">
              <a:ext uri="{FF2B5EF4-FFF2-40B4-BE49-F238E27FC236}">
                <a16:creationId xmlns:a16="http://schemas.microsoft.com/office/drawing/2014/main" id="{677EC5B6-F0B2-4BF8-A009-6F2745890211}"/>
              </a:ext>
            </a:extLst>
          </p:cNvPr>
          <p:cNvSpPr>
            <a:spLocks xmlns:a="http://schemas.openxmlformats.org/drawingml/2006/main" noGrp="1"/>
          </p:cNvSpPr>
          <p:nvPr/>
        </p:nvSpPr>
        <p:spPr>
          <a:xfrm xmlns:a="http://schemas.openxmlformats.org/drawingml/2006/main">
            <a:off x="838200" y="3752850"/>
            <a:ext cx="11620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5B6B73"/>
                </a:solidFill>
                <a:latin typeface="Segoe UI"/>
                <a:ea typeface="Segoe UI"/>
                <a:cs typeface="Segoe UI"/>
              </a:defRPr>
            </a:pPr>
            <a:r>
              <a:rPr sz="788" b="0">
                <a:solidFill>
                  <a:srgbClr val="5B6B73"/>
                </a:solidFill>
                <a:latin typeface="Segoe UI"/>
                <a:ea typeface="Segoe UI"/>
                <a:cs typeface="Segoe UI"/>
              </a:rPr>
              <a:t>Chuẩn hóa hồ sơ, quan hệ, tài chính, phương tiện</a:t>
            </a:r>
          </a:p>
        </p:txBody>
      </p:sp>
      <p:sp>
        <p:nvSpPr>
          <p:cNvPr id="21" name="">
            <a:extLst xmlns:a="http://schemas.openxmlformats.org/drawingml/2006/main">
              <a:ext uri="{FF2B5EF4-FFF2-40B4-BE49-F238E27FC236}">
                <a16:creationId xmlns:a16="http://schemas.microsoft.com/office/drawing/2014/main" id="{910222DC-978E-4877-A855-DB4D57C5FD8F}"/>
              </a:ext>
            </a:extLst>
          </p:cNvPr>
          <p:cNvSpPr>
            <a:spLocks xmlns:a="http://schemas.openxmlformats.org/drawingml/2006/main" noGrp="1"/>
          </p:cNvSpPr>
          <p:nvPr/>
        </p:nvSpPr>
        <p:spPr>
          <a:xfrm xmlns:a="http://schemas.openxmlformats.org/drawingml/2006/main">
            <a:off x="2190750" y="3524250"/>
            <a:ext cx="285750" cy="19050"/>
          </a:xfrm>
          <a:prstGeom xmlns:a="http://schemas.openxmlformats.org/drawingml/2006/main" prst="rect">
            <a:avLst/>
          </a:prstGeom>
          <a:solidFill xmlns:a="http://schemas.openxmlformats.org/drawingml/2006/main">
            <a:srgbClr val="059669"/>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584E335F-455B-4133-9EA7-92417357816F}"/>
              </a:ext>
            </a:extLst>
          </p:cNvPr>
          <p:cNvSpPr>
            <a:spLocks xmlns:a="http://schemas.openxmlformats.org/drawingml/2006/main" noGrp="1"/>
          </p:cNvSpPr>
          <p:nvPr/>
        </p:nvSpPr>
        <p:spPr>
          <a:xfrm xmlns:a="http://schemas.openxmlformats.org/drawingml/2006/main">
            <a:off x="2447925" y="3486150"/>
            <a:ext cx="76200" cy="76200"/>
          </a:xfrm>
          <a:prstGeom xmlns:a="http://schemas.openxmlformats.org/drawingml/2006/main" prst="rect">
            <a:avLst/>
          </a:prstGeom>
          <a:solidFill xmlns:a="http://schemas.openxmlformats.org/drawingml/2006/main">
            <a:srgbClr val="059669"/>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CEDF5C8A-CF45-4011-8AA6-AA916A3529B1}"/>
              </a:ext>
            </a:extLst>
          </p:cNvPr>
          <p:cNvSpPr>
            <a:spLocks xmlns:a="http://schemas.openxmlformats.org/drawingml/2006/main" noGrp="1"/>
          </p:cNvSpPr>
          <p:nvPr/>
        </p:nvSpPr>
        <p:spPr>
          <a:xfrm xmlns:a="http://schemas.openxmlformats.org/drawingml/2006/main">
            <a:off x="2552700" y="3048000"/>
            <a:ext cx="1524000" cy="1352550"/>
          </a:xfrm>
          <a:prstGeom xmlns:a="http://schemas.openxmlformats.org/drawingml/2006/main" prst="rect">
            <a:avLst/>
          </a:prstGeom>
          <a:solidFill xmlns:a="http://schemas.openxmlformats.org/drawingml/2006/main">
            <a:srgbClr val="0F766E">
              <a:alpha val="12549"/>
            </a:srgbClr>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A1CD1A27-20F8-447C-9D1A-709706F3EFC3}"/>
              </a:ext>
            </a:extLst>
          </p:cNvPr>
          <p:cNvSpPr>
            <a:spLocks xmlns:a="http://schemas.openxmlformats.org/drawingml/2006/main" noGrp="1"/>
          </p:cNvSpPr>
          <p:nvPr/>
        </p:nvSpPr>
        <p:spPr>
          <a:xfrm xmlns:a="http://schemas.openxmlformats.org/drawingml/2006/main">
            <a:off x="2476500" y="2952750"/>
            <a:ext cx="1524000" cy="1352550"/>
          </a:xfrm>
          <a:prstGeom xmlns:a="http://schemas.openxmlformats.org/drawingml/2006/main" prst="rect">
            <a:avLst/>
          </a:prstGeom>
          <a:solidFill xmlns:a="http://schemas.openxmlformats.org/drawingml/2006/main">
            <a:srgbClr val="FFFFFF">
              <a:alpha val="93333"/>
            </a:srgbClr>
          </a:solidFill>
          <a:ln xmlns:a="http://schemas.openxmlformats.org/drawingml/2006/main" w="9525">
            <a:solidFill>
              <a:srgbClr val="FFFFFF"/>
            </a:solidFill>
            <a:prstDash val="solid"/>
          </a:ln>
        </p:spPr>
      </p:sp>
      <p:sp>
        <p:nvSpPr>
          <p:cNvPr id="25" name="">
            <a:extLst xmlns:a="http://schemas.openxmlformats.org/drawingml/2006/main">
              <a:ext uri="{FF2B5EF4-FFF2-40B4-BE49-F238E27FC236}">
                <a16:creationId xmlns:a16="http://schemas.microsoft.com/office/drawing/2014/main" id="{7566E2EE-BEF6-41F0-8F99-34CBDE8ECFC2}"/>
              </a:ext>
            </a:extLst>
          </p:cNvPr>
          <p:cNvSpPr>
            <a:spLocks xmlns:a="http://schemas.openxmlformats.org/drawingml/2006/main" noGrp="1"/>
          </p:cNvSpPr>
          <p:nvPr/>
        </p:nvSpPr>
        <p:spPr>
          <a:xfrm xmlns:a="http://schemas.openxmlformats.org/drawingml/2006/main">
            <a:off x="2647950" y="3105150"/>
            <a:ext cx="4000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59669"/>
                </a:solidFill>
                <a:latin typeface="Segoe UI"/>
                <a:ea typeface="Segoe UI"/>
                <a:cs typeface="Segoe UI"/>
              </a:defRPr>
            </a:pPr>
            <a:r>
              <a:rPr sz="1500" b="1">
                <a:solidFill>
                  <a:srgbClr val="059669"/>
                </a:solidFill>
                <a:latin typeface="Segoe UI"/>
                <a:ea typeface="Segoe UI"/>
                <a:cs typeface="Segoe UI"/>
              </a:rPr>
              <a:t>02</a:t>
            </a:r>
          </a:p>
        </p:txBody>
      </p:sp>
      <p:sp>
        <p:nvSpPr>
          <p:cNvPr id="26" name="">
            <a:extLst xmlns:a="http://schemas.openxmlformats.org/drawingml/2006/main">
              <a:ext uri="{FF2B5EF4-FFF2-40B4-BE49-F238E27FC236}">
                <a16:creationId xmlns:a16="http://schemas.microsoft.com/office/drawing/2014/main" id="{7D124DCA-4FCE-41C3-AD36-74565F57C353}"/>
              </a:ext>
            </a:extLst>
          </p:cNvPr>
          <p:cNvSpPr>
            <a:spLocks xmlns:a="http://schemas.openxmlformats.org/drawingml/2006/main" noGrp="1"/>
          </p:cNvSpPr>
          <p:nvPr/>
        </p:nvSpPr>
        <p:spPr>
          <a:xfrm xmlns:a="http://schemas.openxmlformats.org/drawingml/2006/main">
            <a:off x="2647950" y="3448050"/>
            <a:ext cx="1219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F2F3A"/>
                </a:solidFill>
                <a:latin typeface="Segoe UI"/>
                <a:ea typeface="Segoe UI"/>
                <a:cs typeface="Segoe UI"/>
              </a:defRPr>
            </a:pPr>
            <a:r>
              <a:rPr sz="1350" b="1">
                <a:solidFill>
                  <a:srgbClr val="0F2F3A"/>
                </a:solidFill>
                <a:latin typeface="Segoe UI"/>
                <a:ea typeface="Segoe UI"/>
                <a:cs typeface="Segoe UI"/>
              </a:rPr>
              <a:t>Quản lý</a:t>
            </a:r>
          </a:p>
        </p:txBody>
      </p:sp>
      <p:sp>
        <p:nvSpPr>
          <p:cNvPr id="27" name="">
            <a:extLst xmlns:a="http://schemas.openxmlformats.org/drawingml/2006/main">
              <a:ext uri="{FF2B5EF4-FFF2-40B4-BE49-F238E27FC236}">
                <a16:creationId xmlns:a16="http://schemas.microsoft.com/office/drawing/2014/main" id="{2DF73F33-576F-408A-9A09-7C3757735774}"/>
              </a:ext>
            </a:extLst>
          </p:cNvPr>
          <p:cNvSpPr>
            <a:spLocks xmlns:a="http://schemas.openxmlformats.org/drawingml/2006/main" noGrp="1"/>
          </p:cNvSpPr>
          <p:nvPr/>
        </p:nvSpPr>
        <p:spPr>
          <a:xfrm xmlns:a="http://schemas.openxmlformats.org/drawingml/2006/main">
            <a:off x="2647950" y="3752850"/>
            <a:ext cx="11620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5B6B73"/>
                </a:solidFill>
                <a:latin typeface="Segoe UI"/>
                <a:ea typeface="Segoe UI"/>
                <a:cs typeface="Segoe UI"/>
              </a:defRPr>
            </a:pPr>
            <a:r>
              <a:rPr sz="788" b="0">
                <a:solidFill>
                  <a:srgbClr val="5B6B73"/>
                </a:solidFill>
                <a:latin typeface="Segoe UI"/>
                <a:ea typeface="Segoe UI"/>
                <a:cs typeface="Segoe UI"/>
              </a:rPr>
              <a:t>Hồ sơ 360, tìm kiếm, phân quyền, lịch sử thao tác</a:t>
            </a:r>
          </a:p>
        </p:txBody>
      </p:sp>
      <p:sp>
        <p:nvSpPr>
          <p:cNvPr id="28" name="">
            <a:extLst xmlns:a="http://schemas.openxmlformats.org/drawingml/2006/main">
              <a:ext uri="{FF2B5EF4-FFF2-40B4-BE49-F238E27FC236}">
                <a16:creationId xmlns:a16="http://schemas.microsoft.com/office/drawing/2014/main" id="{A72E85CF-CE69-448E-B448-BB1492B7212A}"/>
              </a:ext>
            </a:extLst>
          </p:cNvPr>
          <p:cNvSpPr>
            <a:spLocks xmlns:a="http://schemas.openxmlformats.org/drawingml/2006/main" noGrp="1"/>
          </p:cNvSpPr>
          <p:nvPr/>
        </p:nvSpPr>
        <p:spPr>
          <a:xfrm xmlns:a="http://schemas.openxmlformats.org/drawingml/2006/main">
            <a:off x="4000500" y="3524250"/>
            <a:ext cx="285750" cy="19050"/>
          </a:xfrm>
          <a:prstGeom xmlns:a="http://schemas.openxmlformats.org/drawingml/2006/main" prst="rect">
            <a:avLst/>
          </a:prstGeom>
          <a:solidFill xmlns:a="http://schemas.openxmlformats.org/drawingml/2006/main">
            <a:srgbClr val="059669"/>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0BB972C4-6348-4B3E-BF65-926EFBB7DC1A}"/>
              </a:ext>
            </a:extLst>
          </p:cNvPr>
          <p:cNvSpPr>
            <a:spLocks xmlns:a="http://schemas.openxmlformats.org/drawingml/2006/main" noGrp="1"/>
          </p:cNvSpPr>
          <p:nvPr/>
        </p:nvSpPr>
        <p:spPr>
          <a:xfrm xmlns:a="http://schemas.openxmlformats.org/drawingml/2006/main">
            <a:off x="4257675" y="3486150"/>
            <a:ext cx="76200" cy="76200"/>
          </a:xfrm>
          <a:prstGeom xmlns:a="http://schemas.openxmlformats.org/drawingml/2006/main" prst="rect">
            <a:avLst/>
          </a:prstGeom>
          <a:solidFill xmlns:a="http://schemas.openxmlformats.org/drawingml/2006/main">
            <a:srgbClr val="059669"/>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55781112-DAFF-4F02-810E-606B80DB6C3D}"/>
              </a:ext>
            </a:extLst>
          </p:cNvPr>
          <p:cNvSpPr>
            <a:spLocks xmlns:a="http://schemas.openxmlformats.org/drawingml/2006/main" noGrp="1"/>
          </p:cNvSpPr>
          <p:nvPr/>
        </p:nvSpPr>
        <p:spPr>
          <a:xfrm xmlns:a="http://schemas.openxmlformats.org/drawingml/2006/main">
            <a:off x="4362450" y="3048000"/>
            <a:ext cx="1524000" cy="1352550"/>
          </a:xfrm>
          <a:prstGeom xmlns:a="http://schemas.openxmlformats.org/drawingml/2006/main" prst="rect">
            <a:avLst/>
          </a:prstGeom>
          <a:solidFill xmlns:a="http://schemas.openxmlformats.org/drawingml/2006/main">
            <a:srgbClr val="0F766E">
              <a:alpha val="12549"/>
            </a:srgbClr>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6E8CC80B-B8CC-46EA-97D1-7BDAD937324A}"/>
              </a:ext>
            </a:extLst>
          </p:cNvPr>
          <p:cNvSpPr>
            <a:spLocks xmlns:a="http://schemas.openxmlformats.org/drawingml/2006/main" noGrp="1"/>
          </p:cNvSpPr>
          <p:nvPr/>
        </p:nvSpPr>
        <p:spPr>
          <a:xfrm xmlns:a="http://schemas.openxmlformats.org/drawingml/2006/main">
            <a:off x="4286250" y="2952750"/>
            <a:ext cx="1524000" cy="1352550"/>
          </a:xfrm>
          <a:prstGeom xmlns:a="http://schemas.openxmlformats.org/drawingml/2006/main" prst="rect">
            <a:avLst/>
          </a:prstGeom>
          <a:solidFill xmlns:a="http://schemas.openxmlformats.org/drawingml/2006/main">
            <a:srgbClr val="F4FFFA">
              <a:alpha val="90980"/>
            </a:srgbClr>
          </a:solidFill>
          <a:ln xmlns:a="http://schemas.openxmlformats.org/drawingml/2006/main" w="9525">
            <a:solidFill>
              <a:srgbClr val="FFFFFF"/>
            </a:solidFill>
            <a:prstDash val="solid"/>
          </a:ln>
        </p:spPr>
      </p:sp>
      <p:sp>
        <p:nvSpPr>
          <p:cNvPr id="32" name="">
            <a:extLst xmlns:a="http://schemas.openxmlformats.org/drawingml/2006/main">
              <a:ext uri="{FF2B5EF4-FFF2-40B4-BE49-F238E27FC236}">
                <a16:creationId xmlns:a16="http://schemas.microsoft.com/office/drawing/2014/main" id="{DC63A12A-F8EE-4DAA-A0AD-B08E9C19AC6E}"/>
              </a:ext>
            </a:extLst>
          </p:cNvPr>
          <p:cNvSpPr>
            <a:spLocks xmlns:a="http://schemas.openxmlformats.org/drawingml/2006/main" noGrp="1"/>
          </p:cNvSpPr>
          <p:nvPr/>
        </p:nvSpPr>
        <p:spPr>
          <a:xfrm xmlns:a="http://schemas.openxmlformats.org/drawingml/2006/main">
            <a:off x="4457700" y="3105150"/>
            <a:ext cx="4000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59669"/>
                </a:solidFill>
                <a:latin typeface="Segoe UI"/>
                <a:ea typeface="Segoe UI"/>
                <a:cs typeface="Segoe UI"/>
              </a:defRPr>
            </a:pPr>
            <a:r>
              <a:rPr sz="1500" b="1">
                <a:solidFill>
                  <a:srgbClr val="059669"/>
                </a:solidFill>
                <a:latin typeface="Segoe UI"/>
                <a:ea typeface="Segoe UI"/>
                <a:cs typeface="Segoe UI"/>
              </a:rPr>
              <a:t>03</a:t>
            </a:r>
          </a:p>
        </p:txBody>
      </p:sp>
      <p:sp>
        <p:nvSpPr>
          <p:cNvPr id="33" name="">
            <a:extLst xmlns:a="http://schemas.openxmlformats.org/drawingml/2006/main">
              <a:ext uri="{FF2B5EF4-FFF2-40B4-BE49-F238E27FC236}">
                <a16:creationId xmlns:a16="http://schemas.microsoft.com/office/drawing/2014/main" id="{F651A29E-9B86-4DB3-8330-1D6EE3DE20ED}"/>
              </a:ext>
            </a:extLst>
          </p:cNvPr>
          <p:cNvSpPr>
            <a:spLocks xmlns:a="http://schemas.openxmlformats.org/drawingml/2006/main" noGrp="1"/>
          </p:cNvSpPr>
          <p:nvPr/>
        </p:nvSpPr>
        <p:spPr>
          <a:xfrm xmlns:a="http://schemas.openxmlformats.org/drawingml/2006/main">
            <a:off x="4457700" y="3448050"/>
            <a:ext cx="1219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F2F3A"/>
                </a:solidFill>
                <a:latin typeface="Segoe UI"/>
                <a:ea typeface="Segoe UI"/>
                <a:cs typeface="Segoe UI"/>
              </a:defRPr>
            </a:pPr>
            <a:r>
              <a:rPr sz="1350" b="1">
                <a:solidFill>
                  <a:srgbClr val="0F2F3A"/>
                </a:solidFill>
                <a:latin typeface="Segoe UI"/>
                <a:ea typeface="Segoe UI"/>
                <a:cs typeface="Segoe UI"/>
              </a:rPr>
              <a:t>Phân tích</a:t>
            </a:r>
          </a:p>
        </p:txBody>
      </p:sp>
      <p:sp>
        <p:nvSpPr>
          <p:cNvPr id="34" name="">
            <a:extLst xmlns:a="http://schemas.openxmlformats.org/drawingml/2006/main">
              <a:ext uri="{FF2B5EF4-FFF2-40B4-BE49-F238E27FC236}">
                <a16:creationId xmlns:a16="http://schemas.microsoft.com/office/drawing/2014/main" id="{1BF142DB-CD07-4D20-9ECD-93754CBE3A3B}"/>
              </a:ext>
            </a:extLst>
          </p:cNvPr>
          <p:cNvSpPr>
            <a:spLocks xmlns:a="http://schemas.openxmlformats.org/drawingml/2006/main" noGrp="1"/>
          </p:cNvSpPr>
          <p:nvPr/>
        </p:nvSpPr>
        <p:spPr>
          <a:xfrm xmlns:a="http://schemas.openxmlformats.org/drawingml/2006/main">
            <a:off x="4457700" y="3752850"/>
            <a:ext cx="11620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5B6B73"/>
                </a:solidFill>
                <a:latin typeface="Segoe UI"/>
                <a:ea typeface="Segoe UI"/>
                <a:cs typeface="Segoe UI"/>
              </a:defRPr>
            </a:pPr>
            <a:r>
              <a:rPr sz="788" b="0">
                <a:solidFill>
                  <a:srgbClr val="5B6B73"/>
                </a:solidFill>
                <a:latin typeface="Segoe UI"/>
                <a:ea typeface="Segoe UI"/>
                <a:cs typeface="Segoe UI"/>
              </a:rPr>
              <a:t>Dashboard, mạng lưới, báo cáo và xuất dữ liệu</a:t>
            </a:r>
          </a:p>
        </p:txBody>
      </p:sp>
      <p:sp>
        <p:nvSpPr>
          <p:cNvPr id="35" name="">
            <a:extLst xmlns:a="http://schemas.openxmlformats.org/drawingml/2006/main">
              <a:ext uri="{FF2B5EF4-FFF2-40B4-BE49-F238E27FC236}">
                <a16:creationId xmlns:a16="http://schemas.microsoft.com/office/drawing/2014/main" id="{816FCEB0-791C-441A-9492-4E7BAE05476A}"/>
              </a:ext>
            </a:extLst>
          </p:cNvPr>
          <p:cNvSpPr>
            <a:spLocks xmlns:a="http://schemas.openxmlformats.org/drawingml/2006/main" noGrp="1"/>
          </p:cNvSpPr>
          <p:nvPr/>
        </p:nvSpPr>
        <p:spPr>
          <a:xfrm xmlns:a="http://schemas.openxmlformats.org/drawingml/2006/main">
            <a:off x="723900" y="4838700"/>
            <a:ext cx="57150" cy="57150"/>
          </a:xfrm>
          <a:prstGeom xmlns:a="http://schemas.openxmlformats.org/drawingml/2006/main" prst="rect">
            <a:avLst/>
          </a:prstGeom>
          <a:solidFill xmlns:a="http://schemas.openxmlformats.org/drawingml/2006/main">
            <a:srgbClr val="059669"/>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39FE2E9E-19C5-4A18-BD1A-97A286F9AF0E}"/>
              </a:ext>
            </a:extLst>
          </p:cNvPr>
          <p:cNvSpPr>
            <a:spLocks xmlns:a="http://schemas.openxmlformats.org/drawingml/2006/main" noGrp="1"/>
          </p:cNvSpPr>
          <p:nvPr/>
        </p:nvSpPr>
        <p:spPr>
          <a:xfrm xmlns:a="http://schemas.openxmlformats.org/drawingml/2006/main">
            <a:off x="895350" y="4762500"/>
            <a:ext cx="47815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5B6B73"/>
                </a:solidFill>
                <a:latin typeface="Segoe UI"/>
                <a:ea typeface="Segoe UI"/>
                <a:cs typeface="Segoe UI"/>
              </a:defRPr>
            </a:pPr>
            <a:r>
              <a:rPr sz="1013" b="0">
                <a:solidFill>
                  <a:srgbClr val="5B6B73"/>
                </a:solidFill>
                <a:latin typeface="Segoe UI"/>
                <a:ea typeface="Segoe UI"/>
                <a:cs typeface="Segoe UI"/>
              </a:rPr>
              <a:t>Zero-Configuration Security: giảm phụ thuộc vào file .env nhạy cảm.</a:t>
            </a:r>
          </a:p>
        </p:txBody>
      </p:sp>
      <p:sp>
        <p:nvSpPr>
          <p:cNvPr id="37" name="">
            <a:extLst xmlns:a="http://schemas.openxmlformats.org/drawingml/2006/main">
              <a:ext uri="{FF2B5EF4-FFF2-40B4-BE49-F238E27FC236}">
                <a16:creationId xmlns:a16="http://schemas.microsoft.com/office/drawing/2014/main" id="{168EC210-E6C1-4056-87E5-8055A2972D85}"/>
              </a:ext>
            </a:extLst>
          </p:cNvPr>
          <p:cNvSpPr>
            <a:spLocks xmlns:a="http://schemas.openxmlformats.org/drawingml/2006/main" noGrp="1"/>
          </p:cNvSpPr>
          <p:nvPr/>
        </p:nvSpPr>
        <p:spPr>
          <a:xfrm xmlns:a="http://schemas.openxmlformats.org/drawingml/2006/main">
            <a:off x="723900" y="5238750"/>
            <a:ext cx="57150" cy="57150"/>
          </a:xfrm>
          <a:prstGeom xmlns:a="http://schemas.openxmlformats.org/drawingml/2006/main" prst="rect">
            <a:avLst/>
          </a:prstGeom>
          <a:solidFill xmlns:a="http://schemas.openxmlformats.org/drawingml/2006/main">
            <a:srgbClr val="059669"/>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3276A1B1-B5CA-48A0-B427-5A8D5EF71C06}"/>
              </a:ext>
            </a:extLst>
          </p:cNvPr>
          <p:cNvSpPr>
            <a:spLocks xmlns:a="http://schemas.openxmlformats.org/drawingml/2006/main" noGrp="1"/>
          </p:cNvSpPr>
          <p:nvPr/>
        </p:nvSpPr>
        <p:spPr>
          <a:xfrm xmlns:a="http://schemas.openxmlformats.org/drawingml/2006/main">
            <a:off x="895350" y="5162550"/>
            <a:ext cx="47815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5B6B73"/>
                </a:solidFill>
                <a:latin typeface="Segoe UI"/>
                <a:ea typeface="Segoe UI"/>
                <a:cs typeface="Segoe UI"/>
              </a:defRPr>
            </a:pPr>
            <a:r>
              <a:rPr sz="1013" b="0">
                <a:solidFill>
                  <a:srgbClr val="5B6B73"/>
                </a:solidFill>
                <a:latin typeface="Segoe UI"/>
                <a:ea typeface="Segoe UI"/>
                <a:cs typeface="Segoe UI"/>
              </a:rPr>
              <a:t>Windows Credential Manager giúp người dùng nhập mật khẩu DB một lần.</a:t>
            </a:r>
          </a:p>
        </p:txBody>
      </p:sp>
      <p:sp>
        <p:nvSpPr>
          <p:cNvPr id="39" name="">
            <a:extLst xmlns:a="http://schemas.openxmlformats.org/drawingml/2006/main">
              <a:ext uri="{FF2B5EF4-FFF2-40B4-BE49-F238E27FC236}">
                <a16:creationId xmlns:a16="http://schemas.microsoft.com/office/drawing/2014/main" id="{9260E446-CE4E-4BA9-83D6-AF21689FB3C5}"/>
              </a:ext>
            </a:extLst>
          </p:cNvPr>
          <p:cNvSpPr>
            <a:spLocks xmlns:a="http://schemas.openxmlformats.org/drawingml/2006/main" noGrp="1"/>
          </p:cNvSpPr>
          <p:nvPr/>
        </p:nvSpPr>
        <p:spPr>
          <a:xfrm xmlns:a="http://schemas.openxmlformats.org/drawingml/2006/main">
            <a:off x="723900" y="5638800"/>
            <a:ext cx="57150" cy="57150"/>
          </a:xfrm>
          <a:prstGeom xmlns:a="http://schemas.openxmlformats.org/drawingml/2006/main" prst="rect">
            <a:avLst/>
          </a:prstGeom>
          <a:solidFill xmlns:a="http://schemas.openxmlformats.org/drawingml/2006/main">
            <a:srgbClr val="059669"/>
          </a:solidFill>
          <a:ln xmlns:a="http://schemas.openxmlformats.org/drawingml/2006/main" w="0">
            <a:solidFill>
              <a:srgbClr val="000000">
                <a:alpha val="0"/>
              </a:srgbClr>
            </a:solidFill>
            <a:prstDash val="solid"/>
          </a:ln>
        </p:spPr>
      </p:sp>
      <p:sp>
        <p:nvSpPr>
          <p:cNvPr id="40" name="">
            <a:extLst xmlns:a="http://schemas.openxmlformats.org/drawingml/2006/main">
              <a:ext uri="{FF2B5EF4-FFF2-40B4-BE49-F238E27FC236}">
                <a16:creationId xmlns:a16="http://schemas.microsoft.com/office/drawing/2014/main" id="{F23C0DFB-6BC0-45CA-B94C-A7FF8248ED68}"/>
              </a:ext>
            </a:extLst>
          </p:cNvPr>
          <p:cNvSpPr>
            <a:spLocks xmlns:a="http://schemas.openxmlformats.org/drawingml/2006/main" noGrp="1"/>
          </p:cNvSpPr>
          <p:nvPr/>
        </p:nvSpPr>
        <p:spPr>
          <a:xfrm xmlns:a="http://schemas.openxmlformats.org/drawingml/2006/main">
            <a:off x="895350" y="5562600"/>
            <a:ext cx="47815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5B6B73"/>
                </a:solidFill>
                <a:latin typeface="Segoe UI"/>
                <a:ea typeface="Segoe UI"/>
                <a:cs typeface="Segoe UI"/>
              </a:defRPr>
            </a:pPr>
            <a:r>
              <a:rPr sz="1013" b="0">
                <a:solidFill>
                  <a:srgbClr val="5B6B73"/>
                </a:solidFill>
                <a:latin typeface="Segoe UI"/>
                <a:ea typeface="Segoe UI"/>
                <a:cs typeface="Segoe UI"/>
              </a:rPr>
              <a:t>Frontend và backend tách lớp nhưng chạy chung một tiến trình Uvicorn.</a:t>
            </a:r>
          </a:p>
        </p:txBody>
      </p:sp>
      <p:sp>
        <p:nvSpPr>
          <p:cNvPr id="41" name="">
            <a:extLst xmlns:a="http://schemas.openxmlformats.org/drawingml/2006/main">
              <a:ext uri="{FF2B5EF4-FFF2-40B4-BE49-F238E27FC236}">
                <a16:creationId xmlns:a16="http://schemas.microsoft.com/office/drawing/2014/main" id="{DE4C0291-5DCB-4248-A3A1-E51DC457A09E}"/>
              </a:ext>
            </a:extLst>
          </p:cNvPr>
          <p:cNvSpPr>
            <a:spLocks xmlns:a="http://schemas.openxmlformats.org/drawingml/2006/main" noGrp="1"/>
          </p:cNvSpPr>
          <p:nvPr/>
        </p:nvSpPr>
        <p:spPr>
          <a:xfrm xmlns:a="http://schemas.openxmlformats.org/drawingml/2006/main">
            <a:off x="6781800" y="1295400"/>
            <a:ext cx="4533900" cy="3676650"/>
          </a:xfrm>
          <a:prstGeom xmlns:a="http://schemas.openxmlformats.org/drawingml/2006/main" prst="rect">
            <a:avLst/>
          </a:prstGeom>
          <a:solidFill xmlns:a="http://schemas.openxmlformats.org/drawingml/2006/main">
            <a:srgbClr val="075985">
              <a:alpha val="13333"/>
            </a:srgbClr>
          </a:solidFill>
          <a:ln xmlns:a="http://schemas.openxmlformats.org/drawingml/2006/main" w="0">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4C401D09-4077-4366-A4D2-C22BB4B48E71}"/>
              </a:ext>
            </a:extLst>
          </p:cNvPr>
          <p:cNvSpPr>
            <a:spLocks xmlns:a="http://schemas.openxmlformats.org/drawingml/2006/main" noGrp="1"/>
          </p:cNvSpPr>
          <p:nvPr/>
        </p:nvSpPr>
        <p:spPr>
          <a:xfrm xmlns:a="http://schemas.openxmlformats.org/drawingml/2006/main">
            <a:off x="6705600" y="1200150"/>
            <a:ext cx="4533900" cy="3676650"/>
          </a:xfrm>
          <a:prstGeom xmlns:a="http://schemas.openxmlformats.org/drawingml/2006/main" prst="rect">
            <a:avLst/>
          </a:prstGeom>
          <a:solidFill xmlns:a="http://schemas.openxmlformats.org/drawingml/2006/main">
            <a:srgbClr val="FFFFFF">
              <a:alpha val="90980"/>
            </a:srgbClr>
          </a:solidFill>
          <a:ln xmlns:a="http://schemas.openxmlformats.org/drawingml/2006/main" w="9525">
            <a:solidFill>
              <a:srgbClr val="FFFFFF"/>
            </a:solidFill>
            <a:prstDash val="solid"/>
          </a:ln>
        </p:spPr>
      </p:sp>
      <p:sp>
        <p:nvSpPr>
          <p:cNvPr id="43" name="">
            <a:extLst xmlns:a="http://schemas.openxmlformats.org/drawingml/2006/main">
              <a:ext uri="{FF2B5EF4-FFF2-40B4-BE49-F238E27FC236}">
                <a16:creationId xmlns:a16="http://schemas.microsoft.com/office/drawing/2014/main" id="{6002F2EA-6262-4A76-9F07-D54E232754EF}"/>
              </a:ext>
            </a:extLst>
          </p:cNvPr>
          <p:cNvSpPr>
            <a:spLocks xmlns:a="http://schemas.openxmlformats.org/drawingml/2006/main" noGrp="1"/>
          </p:cNvSpPr>
          <p:nvPr/>
        </p:nvSpPr>
        <p:spPr>
          <a:xfrm xmlns:a="http://schemas.openxmlformats.org/drawingml/2006/main">
            <a:off x="6705600" y="1200150"/>
            <a:ext cx="4533900" cy="266700"/>
          </a:xfrm>
          <a:prstGeom xmlns:a="http://schemas.openxmlformats.org/drawingml/2006/main" prst="rect">
            <a:avLst/>
          </a:prstGeom>
          <a:solidFill xmlns:a="http://schemas.openxmlformats.org/drawingml/2006/main">
            <a:srgbClr val="E5F2EE"/>
          </a:solidFill>
          <a:ln xmlns:a="http://schemas.openxmlformats.org/drawingml/2006/main" w="0">
            <a:solidFill>
              <a:srgbClr val="000000">
                <a:alpha val="0"/>
              </a:srgbClr>
            </a:solidFill>
            <a:prstDash val="solid"/>
          </a:ln>
        </p:spPr>
      </p:sp>
      <p:sp>
        <p:nvSpPr>
          <p:cNvPr id="44" name="">
            <a:extLst xmlns:a="http://schemas.openxmlformats.org/drawingml/2006/main">
              <a:ext uri="{FF2B5EF4-FFF2-40B4-BE49-F238E27FC236}">
                <a16:creationId xmlns:a16="http://schemas.microsoft.com/office/drawing/2014/main" id="{4559CF9F-A03B-4424-936B-E1FE65E3E9C9}"/>
              </a:ext>
            </a:extLst>
          </p:cNvPr>
          <p:cNvSpPr>
            <a:spLocks xmlns:a="http://schemas.openxmlformats.org/drawingml/2006/main" noGrp="1"/>
          </p:cNvSpPr>
          <p:nvPr/>
        </p:nvSpPr>
        <p:spPr>
          <a:xfrm xmlns:a="http://schemas.openxmlformats.org/drawingml/2006/main">
            <a:off x="6838950" y="1295400"/>
            <a:ext cx="76200" cy="76200"/>
          </a:xfrm>
          <a:prstGeom xmlns:a="http://schemas.openxmlformats.org/drawingml/2006/main" prst="rect">
            <a:avLst/>
          </a:prstGeom>
          <a:solidFill xmlns:a="http://schemas.openxmlformats.org/drawingml/2006/main">
            <a:srgbClr val="EF4444"/>
          </a:solidFill>
          <a:ln xmlns:a="http://schemas.openxmlformats.org/drawingml/2006/main" w="0">
            <a:solidFill>
              <a:srgbClr val="000000">
                <a:alpha val="0"/>
              </a:srgbClr>
            </a:solidFill>
            <a:prstDash val="solid"/>
          </a:ln>
        </p:spPr>
      </p:sp>
      <p:sp>
        <p:nvSpPr>
          <p:cNvPr id="45" name="">
            <a:extLst xmlns:a="http://schemas.openxmlformats.org/drawingml/2006/main">
              <a:ext uri="{FF2B5EF4-FFF2-40B4-BE49-F238E27FC236}">
                <a16:creationId xmlns:a16="http://schemas.microsoft.com/office/drawing/2014/main" id="{90C9BA2E-AA7E-49A6-BA8E-6B8241A4BF00}"/>
              </a:ext>
            </a:extLst>
          </p:cNvPr>
          <p:cNvSpPr>
            <a:spLocks xmlns:a="http://schemas.openxmlformats.org/drawingml/2006/main" noGrp="1"/>
          </p:cNvSpPr>
          <p:nvPr/>
        </p:nvSpPr>
        <p:spPr>
          <a:xfrm xmlns:a="http://schemas.openxmlformats.org/drawingml/2006/main">
            <a:off x="6991350" y="1295400"/>
            <a:ext cx="76200" cy="76200"/>
          </a:xfrm>
          <a:prstGeom xmlns:a="http://schemas.openxmlformats.org/drawingml/2006/main" prst="rect">
            <a:avLst/>
          </a:prstGeom>
          <a:solidFill xmlns:a="http://schemas.openxmlformats.org/drawingml/2006/main">
            <a:srgbClr val="F59E0B"/>
          </a:solidFill>
          <a:ln xmlns:a="http://schemas.openxmlformats.org/drawingml/2006/main" w="0">
            <a:solidFill>
              <a:srgbClr val="000000">
                <a:alpha val="0"/>
              </a:srgbClr>
            </a:solidFill>
            <a:prstDash val="solid"/>
          </a:ln>
        </p:spPr>
      </p:sp>
      <p:sp>
        <p:nvSpPr>
          <p:cNvPr id="46" name="">
            <a:extLst xmlns:a="http://schemas.openxmlformats.org/drawingml/2006/main">
              <a:ext uri="{FF2B5EF4-FFF2-40B4-BE49-F238E27FC236}">
                <a16:creationId xmlns:a16="http://schemas.microsoft.com/office/drawing/2014/main" id="{A1826C55-9AF6-4B16-9228-E4DB48CCC538}"/>
              </a:ext>
            </a:extLst>
          </p:cNvPr>
          <p:cNvSpPr>
            <a:spLocks xmlns:a="http://schemas.openxmlformats.org/drawingml/2006/main" noGrp="1"/>
          </p:cNvSpPr>
          <p:nvPr/>
        </p:nvSpPr>
        <p:spPr>
          <a:xfrm xmlns:a="http://schemas.openxmlformats.org/drawingml/2006/main">
            <a:off x="7143750" y="1295400"/>
            <a:ext cx="76200" cy="76200"/>
          </a:xfrm>
          <a:prstGeom xmlns:a="http://schemas.openxmlformats.org/drawingml/2006/main" prst="rect">
            <a:avLst/>
          </a:prstGeom>
          <a:solidFill xmlns:a="http://schemas.openxmlformats.org/drawingml/2006/main">
            <a:srgbClr val="10B981"/>
          </a:solidFill>
          <a:ln xmlns:a="http://schemas.openxmlformats.org/drawingml/2006/main" w="0">
            <a:solidFill>
              <a:srgbClr val="000000">
                <a:alpha val="0"/>
              </a:srgbClr>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01df8b532f824e33"/>
          <a:srcRect xmlns:a="http://schemas.openxmlformats.org/drawingml/2006/main" l="15253" t="0" r="15253" b="0"/>
          <a:stretch xmlns:a="http://schemas.openxmlformats.org/drawingml/2006/main">
            <a:fillRect l="0" t="0" r="0" b="0"/>
          </a:stretch>
        </p:blipFill>
        <p:spPr>
          <a:xfrm xmlns:a="http://schemas.openxmlformats.org/drawingml/2006/main">
            <a:off x="6800850" y="1562100"/>
            <a:ext cx="4343400" cy="3219450"/>
          </a:xfrm>
          <a:prstGeom xmlns:a="http://schemas.openxmlformats.org/drawingml/2006/main" prst="rect">
            <a:avLst/>
          </a:prstGeom>
        </p:spPr>
      </p:pic>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750e9cb1d87c439d">
            <a:extLst>
              <a:ext uri="{96DAC541-7B7A-43D3-8B79-37D633B846F1}">
                <asvg:svgBlip xmlns:asvg="http://schemas.microsoft.com/office/drawing/2016/SVG/main" r:embed="R2a43edfb7147487f"/>
              </a:ext>
            </a:extLst>
          </a:blip>
          <a:stretch xmlns:a="http://schemas.openxmlformats.org/drawingml/2006/main"/>
        </p:blipFill>
        <p:spPr>
          <a:xfrm xmlns:a="http://schemas.openxmlformats.org/drawingml/2006/main">
            <a:off x="9772650" y="5105400"/>
            <a:ext cx="323850" cy="323850"/>
          </a:xfrm>
          <a:prstGeom xmlns:a="http://schemas.openxmlformats.org/drawingml/2006/main" prst="rect">
            <a:avLst/>
          </a:prstGeom>
        </p:spPr>
      </p:pic>
      <p:sp>
        <p:nvSpPr>
          <p:cNvPr id="49" name="">
            <a:extLst xmlns:a="http://schemas.openxmlformats.org/drawingml/2006/main">
              <a:ext uri="{FF2B5EF4-FFF2-40B4-BE49-F238E27FC236}">
                <a16:creationId xmlns:a16="http://schemas.microsoft.com/office/drawing/2014/main" id="{6DDFE9D1-045D-43A0-B40C-4EDE53D5C3A6}"/>
              </a:ext>
            </a:extLst>
          </p:cNvPr>
          <p:cNvSpPr>
            <a:spLocks xmlns:a="http://schemas.openxmlformats.org/drawingml/2006/main" noGrp="1"/>
          </p:cNvSpPr>
          <p:nvPr/>
        </p:nvSpPr>
        <p:spPr>
          <a:xfrm xmlns:a="http://schemas.openxmlformats.org/drawingml/2006/main">
            <a:off x="7143750" y="5095875"/>
            <a:ext cx="24765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0F2F3A"/>
                </a:solidFill>
                <a:latin typeface="Segoe UI"/>
                <a:ea typeface="Segoe UI"/>
                <a:cs typeface="Segoe UI"/>
              </a:defRPr>
            </a:pPr>
            <a:r>
              <a:rPr sz="1050" b="1">
                <a:solidFill>
                  <a:srgbClr val="0F2F3A"/>
                </a:solidFill>
                <a:latin typeface="Segoe UI"/>
                <a:ea typeface="Segoe UI"/>
                <a:cs typeface="Segoe UI"/>
              </a:rPr>
              <a:t>Tìm kiếm hồ sơ 360 là điểm vào tác nghiệp chính.</a:t>
            </a:r>
          </a:p>
        </p:txBody>
      </p:sp>
      <p:sp>
        <p:nvSpPr>
          <p:cNvPr id="50" name="">
            <a:extLst xmlns:a="http://schemas.openxmlformats.org/drawingml/2006/main">
              <a:ext uri="{FF2B5EF4-FFF2-40B4-BE49-F238E27FC236}">
                <a16:creationId xmlns:a16="http://schemas.microsoft.com/office/drawing/2014/main" id="{2F48F3F0-C577-42BA-9341-A7708E9AD805}"/>
              </a:ext>
            </a:extLst>
          </p:cNvPr>
          <p:cNvSpPr>
            <a:spLocks xmlns:a="http://schemas.openxmlformats.org/drawingml/2006/main" noGrp="1"/>
          </p:cNvSpPr>
          <p:nvPr/>
        </p:nvSpPr>
        <p:spPr>
          <a:xfrm xmlns:a="http://schemas.openxmlformats.org/drawingml/2006/main">
            <a:off x="590550" y="6419850"/>
            <a:ext cx="9715500" cy="9525"/>
          </a:xfrm>
          <a:prstGeom xmlns:a="http://schemas.openxmlformats.org/drawingml/2006/main" prst="rect">
            <a:avLst/>
          </a:prstGeom>
          <a:solidFill xmlns:a="http://schemas.openxmlformats.org/drawingml/2006/main">
            <a:srgbClr val="B6D8CF"/>
          </a:solidFill>
          <a:ln xmlns:a="http://schemas.openxmlformats.org/drawingml/2006/main" w="0">
            <a:solidFill>
              <a:srgbClr val="000000">
                <a:alpha val="0"/>
              </a:srgbClr>
            </a:solidFill>
            <a:prstDash val="solid"/>
          </a:ln>
        </p:spPr>
      </p:sp>
      <p:sp>
        <p:nvSpPr>
          <p:cNvPr id="51" name="">
            <a:extLst xmlns:a="http://schemas.openxmlformats.org/drawingml/2006/main">
              <a:ext uri="{FF2B5EF4-FFF2-40B4-BE49-F238E27FC236}">
                <a16:creationId xmlns:a16="http://schemas.microsoft.com/office/drawing/2014/main" id="{B079DCCA-819B-4CA8-8377-DA537F0DBDF1}"/>
              </a:ext>
            </a:extLst>
          </p:cNvPr>
          <p:cNvSpPr>
            <a:spLocks xmlns:a="http://schemas.openxmlformats.org/drawingml/2006/main" noGrp="1"/>
          </p:cNvSpPr>
          <p:nvPr/>
        </p:nvSpPr>
        <p:spPr>
          <a:xfrm xmlns:a="http://schemas.openxmlformats.org/drawingml/2006/main">
            <a:off x="590550" y="6515100"/>
            <a:ext cx="7239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8AA0A6"/>
                </a:solidFill>
                <a:latin typeface="Segoe UI"/>
                <a:ea typeface="Segoe UI"/>
                <a:cs typeface="Segoe UI"/>
              </a:defRPr>
            </a:pPr>
            <a:r>
              <a:rPr sz="638" b="0">
                <a:solidFill>
                  <a:srgbClr val="8AA0A6"/>
                </a:solidFill>
                <a:latin typeface="Segoe UI"/>
                <a:ea typeface="Segoe UI"/>
                <a:cs typeface="Segoe UI"/>
              </a:rPr>
              <a:t>Nguồn: README(VCFE).md, CLAUDE.md, ảnh frontend trong repository</a:t>
            </a:r>
          </a:p>
        </p:txBody>
      </p:sp>
      <p:sp>
        <p:nvSpPr>
          <p:cNvPr id="52" name="">
            <a:extLst xmlns:a="http://schemas.openxmlformats.org/drawingml/2006/main">
              <a:ext uri="{FF2B5EF4-FFF2-40B4-BE49-F238E27FC236}">
                <a16:creationId xmlns:a16="http://schemas.microsoft.com/office/drawing/2014/main" id="{31FA7964-2475-4A1C-845F-CA48C0A17B0F}"/>
              </a:ext>
            </a:extLst>
          </p:cNvPr>
          <p:cNvSpPr>
            <a:spLocks xmlns:a="http://schemas.openxmlformats.org/drawingml/2006/main" noGrp="1"/>
          </p:cNvSpPr>
          <p:nvPr/>
        </p:nvSpPr>
        <p:spPr>
          <a:xfrm xmlns:a="http://schemas.openxmlformats.org/drawingml/2006/main">
            <a:off x="11106150" y="6477000"/>
            <a:ext cx="5143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0F766E"/>
                </a:solidFill>
                <a:latin typeface="Segoe UI"/>
                <a:ea typeface="Segoe UI"/>
                <a:cs typeface="Segoe UI"/>
              </a:defRPr>
            </a:pPr>
            <a:r>
              <a:rPr sz="900" b="1">
                <a:solidFill>
                  <a:srgbClr val="0F766E"/>
                </a:solidFill>
                <a:latin typeface="Segoe UI"/>
                <a:ea typeface="Segoe UI"/>
                <a:cs typeface="Segoe UI"/>
              </a:rPr>
              <a:t>02</a:t>
            </a:r>
          </a:p>
        </p:txBody>
      </p:sp>
    </p:spTree>
    <p:extLst>
      <p:ext uri="{BB962C8B-B14F-4D97-AF65-F5344CB8AC3E}">
        <p14:creationId xmlns:p14="http://schemas.microsoft.com/office/powerpoint/2010/main" val="123754278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0B8C574-07F3-49D3-A47F-7956013CE16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2FBF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05827418-7F98-458F-A093-054921A2778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DDF3E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DA9DE1D1-492D-4C2E-8E55-D1DAFA2FE2E9}"/>
              </a:ext>
            </a:extLst>
          </p:cNvPr>
          <p:cNvSpPr>
            <a:spLocks xmlns:a="http://schemas.openxmlformats.org/drawingml/2006/main" noGrp="1"/>
          </p:cNvSpPr>
          <p:nvPr/>
        </p:nvSpPr>
        <p:spPr>
          <a:xfrm xmlns:a="http://schemas.openxmlformats.org/drawingml/2006/main">
            <a:off x="11982450" y="0"/>
            <a:ext cx="209550" cy="6858000"/>
          </a:xfrm>
          <a:prstGeom xmlns:a="http://schemas.openxmlformats.org/drawingml/2006/main" prst="rect">
            <a:avLst/>
          </a:prstGeom>
          <a:solidFill xmlns:a="http://schemas.openxmlformats.org/drawingml/2006/main">
            <a:srgbClr val="CBEADF"/>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73F800E7-6AF9-4E0B-B5C2-53A5D842E66C}"/>
              </a:ext>
            </a:extLst>
          </p:cNvPr>
          <p:cNvSpPr>
            <a:spLocks xmlns:a="http://schemas.openxmlformats.org/drawingml/2006/main" noGrp="1"/>
          </p:cNvSpPr>
          <p:nvPr/>
        </p:nvSpPr>
        <p:spPr>
          <a:xfrm xmlns:a="http://schemas.openxmlformats.org/drawingml/2006/main">
            <a:off x="0" y="6076950"/>
            <a:ext cx="12192000" cy="781050"/>
          </a:xfrm>
          <a:prstGeom xmlns:a="http://schemas.openxmlformats.org/drawingml/2006/main" prst="rect">
            <a:avLst/>
          </a:prstGeom>
          <a:solidFill xmlns:a="http://schemas.openxmlformats.org/drawingml/2006/main">
            <a:srgbClr val="CFEADF"/>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EA8535DA-2A3C-42C7-B8B6-D5FD5173F3FE}"/>
              </a:ext>
            </a:extLst>
          </p:cNvPr>
          <p:cNvSpPr>
            <a:spLocks xmlns:a="http://schemas.openxmlformats.org/drawingml/2006/main" noGrp="1"/>
          </p:cNvSpPr>
          <p:nvPr/>
        </p:nvSpPr>
        <p:spPr>
          <a:xfrm xmlns:a="http://schemas.openxmlformats.org/drawingml/2006/main">
            <a:off x="685800" y="781050"/>
            <a:ext cx="838200" cy="9525"/>
          </a:xfrm>
          <a:prstGeom xmlns:a="http://schemas.openxmlformats.org/drawingml/2006/main" prst="rect">
            <a:avLst/>
          </a:prstGeom>
          <a:solidFill xmlns:a="http://schemas.openxmlformats.org/drawingml/2006/main">
            <a:srgbClr val="6FCFAD">
              <a:alpha val="40000"/>
            </a:srgbClr>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6C71F06E-9E69-4058-A36F-2BB461E3E39C}"/>
              </a:ext>
            </a:extLst>
          </p:cNvPr>
          <p:cNvSpPr>
            <a:spLocks xmlns:a="http://schemas.openxmlformats.org/drawingml/2006/main" noGrp="1"/>
          </p:cNvSpPr>
          <p:nvPr/>
        </p:nvSpPr>
        <p:spPr>
          <a:xfrm xmlns:a="http://schemas.openxmlformats.org/drawingml/2006/main">
            <a:off x="2114550" y="895350"/>
            <a:ext cx="838200" cy="9525"/>
          </a:xfrm>
          <a:prstGeom xmlns:a="http://schemas.openxmlformats.org/drawingml/2006/main" prst="rect">
            <a:avLst/>
          </a:prstGeom>
          <a:solidFill xmlns:a="http://schemas.openxmlformats.org/drawingml/2006/main">
            <a:srgbClr val="6FCFAD">
              <a:alpha val="40000"/>
            </a:srgbClr>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9404C8FD-B244-4858-BADE-306AF74459C0}"/>
              </a:ext>
            </a:extLst>
          </p:cNvPr>
          <p:cNvSpPr>
            <a:spLocks xmlns:a="http://schemas.openxmlformats.org/drawingml/2006/main" noGrp="1"/>
          </p:cNvSpPr>
          <p:nvPr/>
        </p:nvSpPr>
        <p:spPr>
          <a:xfrm xmlns:a="http://schemas.openxmlformats.org/drawingml/2006/main">
            <a:off x="3543300" y="1009650"/>
            <a:ext cx="838200" cy="9525"/>
          </a:xfrm>
          <a:prstGeom xmlns:a="http://schemas.openxmlformats.org/drawingml/2006/main" prst="rect">
            <a:avLst/>
          </a:prstGeom>
          <a:solidFill xmlns:a="http://schemas.openxmlformats.org/drawingml/2006/main">
            <a:srgbClr val="6FCFAD">
              <a:alpha val="40000"/>
            </a:srgbClr>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368F7F5D-C9CB-42A3-8D08-2BFD0CA4834C}"/>
              </a:ext>
            </a:extLst>
          </p:cNvPr>
          <p:cNvSpPr>
            <a:spLocks xmlns:a="http://schemas.openxmlformats.org/drawingml/2006/main" noGrp="1"/>
          </p:cNvSpPr>
          <p:nvPr/>
        </p:nvSpPr>
        <p:spPr>
          <a:xfrm xmlns:a="http://schemas.openxmlformats.org/drawingml/2006/main">
            <a:off x="4972050" y="1123950"/>
            <a:ext cx="838200" cy="9525"/>
          </a:xfrm>
          <a:prstGeom xmlns:a="http://schemas.openxmlformats.org/drawingml/2006/main" prst="rect">
            <a:avLst/>
          </a:prstGeom>
          <a:solidFill xmlns:a="http://schemas.openxmlformats.org/drawingml/2006/main">
            <a:srgbClr val="6FCFAD">
              <a:alpha val="40000"/>
            </a:srgbClr>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B694FFBF-08EB-474C-A8D1-4F64E61690C3}"/>
              </a:ext>
            </a:extLst>
          </p:cNvPr>
          <p:cNvSpPr>
            <a:spLocks xmlns:a="http://schemas.openxmlformats.org/drawingml/2006/main" noGrp="1"/>
          </p:cNvSpPr>
          <p:nvPr/>
        </p:nvSpPr>
        <p:spPr>
          <a:xfrm xmlns:a="http://schemas.openxmlformats.org/drawingml/2006/main">
            <a:off x="6400800" y="1238250"/>
            <a:ext cx="838200" cy="9525"/>
          </a:xfrm>
          <a:prstGeom xmlns:a="http://schemas.openxmlformats.org/drawingml/2006/main" prst="rect">
            <a:avLst/>
          </a:prstGeom>
          <a:solidFill xmlns:a="http://schemas.openxmlformats.org/drawingml/2006/main">
            <a:srgbClr val="6FCFAD">
              <a:alpha val="40000"/>
            </a:srgbClr>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E2AE042C-67C4-4901-B1E6-706541A0B073}"/>
              </a:ext>
            </a:extLst>
          </p:cNvPr>
          <p:cNvSpPr>
            <a:spLocks xmlns:a="http://schemas.openxmlformats.org/drawingml/2006/main" noGrp="1"/>
          </p:cNvSpPr>
          <p:nvPr/>
        </p:nvSpPr>
        <p:spPr>
          <a:xfrm xmlns:a="http://schemas.openxmlformats.org/drawingml/2006/main">
            <a:off x="7829550" y="1352550"/>
            <a:ext cx="838200" cy="9525"/>
          </a:xfrm>
          <a:prstGeom xmlns:a="http://schemas.openxmlformats.org/drawingml/2006/main" prst="rect">
            <a:avLst/>
          </a:prstGeom>
          <a:solidFill xmlns:a="http://schemas.openxmlformats.org/drawingml/2006/main">
            <a:srgbClr val="6FCFAD">
              <a:alpha val="40000"/>
            </a:srgbClr>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210E3A98-85DB-4EC6-9682-178FE0B34DB8}"/>
              </a:ext>
            </a:extLst>
          </p:cNvPr>
          <p:cNvSpPr>
            <a:spLocks xmlns:a="http://schemas.openxmlformats.org/drawingml/2006/main" noGrp="1"/>
          </p:cNvSpPr>
          <p:nvPr/>
        </p:nvSpPr>
        <p:spPr>
          <a:xfrm xmlns:a="http://schemas.openxmlformats.org/drawingml/2006/main">
            <a:off x="9258300" y="1466850"/>
            <a:ext cx="838200" cy="9525"/>
          </a:xfrm>
          <a:prstGeom xmlns:a="http://schemas.openxmlformats.org/drawingml/2006/main" prst="rect">
            <a:avLst/>
          </a:prstGeom>
          <a:solidFill xmlns:a="http://schemas.openxmlformats.org/drawingml/2006/main">
            <a:srgbClr val="6FCFAD">
              <a:alpha val="40000"/>
            </a:srgbClr>
          </a:solidFill>
          <a:ln xmlns:a="http://schemas.openxmlformats.org/drawingml/2006/main" w="0">
            <a:solidFill>
              <a:srgbClr val="000000">
                <a:alpha val="0"/>
              </a:srgbClr>
            </a:solidFill>
            <a:prstDash val="solid"/>
          </a:ln>
        </p:spPr>
      </p:sp>
      <p:sp>
        <p:nvSpPr>
          <p:cNvPr id="12" name="kicker-3-marker">
            <a:extLst xmlns:a="http://schemas.openxmlformats.org/drawingml/2006/main">
              <a:ext uri="{FF2B5EF4-FFF2-40B4-BE49-F238E27FC236}">
                <a16:creationId xmlns:a16="http://schemas.microsoft.com/office/drawing/2014/main" id="{20E511DF-6CDE-4D47-BE24-B5CB03A28DFE}"/>
              </a:ext>
            </a:extLst>
          </p:cNvPr>
          <p:cNvSpPr>
            <a:spLocks xmlns:a="http://schemas.openxmlformats.org/drawingml/2006/main" noGrp="1"/>
          </p:cNvSpPr>
          <p:nvPr/>
        </p:nvSpPr>
        <p:spPr>
          <a:xfrm xmlns:a="http://schemas.openxmlformats.org/drawingml/2006/main">
            <a:off x="590550" y="514350"/>
            <a:ext cx="85725" cy="85725"/>
          </a:xfrm>
          <a:prstGeom xmlns:a="http://schemas.openxmlformats.org/drawingml/2006/main" prst="rect">
            <a:avLst/>
          </a:prstGeom>
          <a:solidFill xmlns:a="http://schemas.openxmlformats.org/drawingml/2006/main">
            <a:srgbClr val="059669"/>
          </a:solidFill>
          <a:ln xmlns:a="http://schemas.openxmlformats.org/drawingml/2006/main" w="0">
            <a:solidFill>
              <a:srgbClr val="000000">
                <a:alpha val="0"/>
              </a:srgbClr>
            </a:solidFill>
            <a:prstDash val="solid"/>
          </a:ln>
        </p:spPr>
      </p:sp>
      <p:sp>
        <p:nvSpPr>
          <p:cNvPr id="13" name="kicker-3-label">
            <a:extLst xmlns:a="http://schemas.openxmlformats.org/drawingml/2006/main">
              <a:ext uri="{FF2B5EF4-FFF2-40B4-BE49-F238E27FC236}">
                <a16:creationId xmlns:a16="http://schemas.microsoft.com/office/drawing/2014/main" id="{DAA66DF1-3627-4E23-8655-810644B3E3DA}"/>
              </a:ext>
            </a:extLst>
          </p:cNvPr>
          <p:cNvSpPr>
            <a:spLocks xmlns:a="http://schemas.openxmlformats.org/drawingml/2006/main" noGrp="1"/>
          </p:cNvSpPr>
          <p:nvPr/>
        </p:nvSpPr>
        <p:spPr>
          <a:xfrm xmlns:a="http://schemas.openxmlformats.org/drawingml/2006/main">
            <a:off x="781050" y="457200"/>
            <a:ext cx="4000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88" b="1">
                <a:solidFill>
                  <a:srgbClr val="0F766E"/>
                </a:solidFill>
                <a:latin typeface="Segoe UI"/>
                <a:ea typeface="Segoe UI"/>
                <a:cs typeface="Segoe UI"/>
              </a:defRPr>
            </a:pPr>
            <a:r>
              <a:rPr sz="788" b="1">
                <a:solidFill>
                  <a:srgbClr val="0F766E"/>
                </a:solidFill>
                <a:latin typeface="Segoe UI"/>
                <a:ea typeface="Segoe UI"/>
                <a:cs typeface="Segoe UI"/>
              </a:rPr>
              <a:t>TÍNH NĂNG NỔI BẬT</a:t>
            </a:r>
          </a:p>
        </p:txBody>
      </p:sp>
      <p:sp>
        <p:nvSpPr>
          <p:cNvPr id="14" name="">
            <a:extLst xmlns:a="http://schemas.openxmlformats.org/drawingml/2006/main">
              <a:ext uri="{FF2B5EF4-FFF2-40B4-BE49-F238E27FC236}">
                <a16:creationId xmlns:a16="http://schemas.microsoft.com/office/drawing/2014/main" id="{C0E5D2CE-01E9-4766-A1F5-3E72FB3CC7A6}"/>
              </a:ext>
            </a:extLst>
          </p:cNvPr>
          <p:cNvSpPr>
            <a:spLocks xmlns:a="http://schemas.openxmlformats.org/drawingml/2006/main" noGrp="1"/>
          </p:cNvSpPr>
          <p:nvPr/>
        </p:nvSpPr>
        <p:spPr>
          <a:xfrm xmlns:a="http://schemas.openxmlformats.org/drawingml/2006/main">
            <a:off x="590550" y="819150"/>
            <a:ext cx="685800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625" b="1">
                <a:solidFill>
                  <a:srgbClr val="0F2F3A"/>
                </a:solidFill>
                <a:latin typeface="Segoe UI"/>
                <a:ea typeface="Segoe UI"/>
                <a:cs typeface="Segoe UI"/>
              </a:defRPr>
            </a:pPr>
            <a:r>
              <a:rPr sz="2625" b="1">
                <a:solidFill>
                  <a:srgbClr val="0F2F3A"/>
                </a:solidFill>
                <a:latin typeface="Segoe UI"/>
                <a:ea typeface="Segoe UI"/>
                <a:cs typeface="Segoe UI"/>
              </a:rPr>
              <a:t>v2.0 tập trung vào bảo mật vận hành, phân tích và trải nghiệm cán bộ.</a:t>
            </a:r>
          </a:p>
        </p:txBody>
      </p:sp>
      <p:sp>
        <p:nvSpPr>
          <p:cNvPr id="15" name="">
            <a:extLst xmlns:a="http://schemas.openxmlformats.org/drawingml/2006/main">
              <a:ext uri="{FF2B5EF4-FFF2-40B4-BE49-F238E27FC236}">
                <a16:creationId xmlns:a16="http://schemas.microsoft.com/office/drawing/2014/main" id="{4190B5A1-81DA-49EF-842E-B15B337998D6}"/>
              </a:ext>
            </a:extLst>
          </p:cNvPr>
          <p:cNvSpPr>
            <a:spLocks xmlns:a="http://schemas.openxmlformats.org/drawingml/2006/main" noGrp="1"/>
          </p:cNvSpPr>
          <p:nvPr/>
        </p:nvSpPr>
        <p:spPr>
          <a:xfrm xmlns:a="http://schemas.openxmlformats.org/drawingml/2006/main">
            <a:off x="914400" y="2305050"/>
            <a:ext cx="2933700" cy="2705100"/>
          </a:xfrm>
          <a:prstGeom xmlns:a="http://schemas.openxmlformats.org/drawingml/2006/main" prst="rect">
            <a:avLst/>
          </a:prstGeom>
          <a:solidFill xmlns:a="http://schemas.openxmlformats.org/drawingml/2006/main">
            <a:srgbClr val="0F766E">
              <a:alpha val="12549"/>
            </a:srgbClr>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7FC079AF-E626-4FE6-8432-257ED48811E1}"/>
              </a:ext>
            </a:extLst>
          </p:cNvPr>
          <p:cNvSpPr>
            <a:spLocks xmlns:a="http://schemas.openxmlformats.org/drawingml/2006/main" noGrp="1"/>
          </p:cNvSpPr>
          <p:nvPr/>
        </p:nvSpPr>
        <p:spPr>
          <a:xfrm xmlns:a="http://schemas.openxmlformats.org/drawingml/2006/main">
            <a:off x="838200" y="2209800"/>
            <a:ext cx="2933700" cy="2705100"/>
          </a:xfrm>
          <a:prstGeom xmlns:a="http://schemas.openxmlformats.org/drawingml/2006/main" prst="rect">
            <a:avLst/>
          </a:prstGeom>
          <a:solidFill xmlns:a="http://schemas.openxmlformats.org/drawingml/2006/main">
            <a:srgbClr val="073B4C"/>
          </a:solidFill>
          <a:ln xmlns:a="http://schemas.openxmlformats.org/drawingml/2006/main" w="9525">
            <a:solidFill>
              <a:srgbClr val="FFFFFF"/>
            </a:solidFill>
            <a:prstDash val="solid"/>
          </a:ln>
        </p:spPr>
      </p:sp>
      <p:sp>
        <p:nvSpPr>
          <p:cNvPr id="17" name="">
            <a:extLst xmlns:a="http://schemas.openxmlformats.org/drawingml/2006/main">
              <a:ext uri="{FF2B5EF4-FFF2-40B4-BE49-F238E27FC236}">
                <a16:creationId xmlns:a16="http://schemas.microsoft.com/office/drawing/2014/main" id="{1F126714-70A3-4032-9A97-76E32B16C015}"/>
              </a:ext>
            </a:extLst>
          </p:cNvPr>
          <p:cNvSpPr>
            <a:spLocks xmlns:a="http://schemas.openxmlformats.org/drawingml/2006/main" noGrp="1"/>
          </p:cNvSpPr>
          <p:nvPr/>
        </p:nvSpPr>
        <p:spPr>
          <a:xfrm xmlns:a="http://schemas.openxmlformats.org/drawingml/2006/main">
            <a:off x="1085850" y="2552700"/>
            <a:ext cx="238125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FFFFFF"/>
                </a:solidFill>
                <a:latin typeface="Segoe UI"/>
                <a:ea typeface="Segoe UI"/>
                <a:cs typeface="Segoe UI"/>
              </a:defRPr>
            </a:pPr>
            <a:r>
              <a:rPr sz="2100" b="1">
                <a:solidFill>
                  <a:srgbClr val="FFFFFF"/>
                </a:solidFill>
                <a:latin typeface="Segoe UI"/>
                <a:ea typeface="Segoe UI"/>
                <a:cs typeface="Segoe UI"/>
              </a:rPr>
              <a:t>ENTER-ONCE</a:t>
            </a:r>
          </a:p>
          <a:p xmlns:a="http://schemas.openxmlformats.org/drawingml/2006/main">
            <a:pPr algn="l">
              <a:defRPr sz="2100" b="1">
                <a:solidFill>
                  <a:srgbClr val="FFFFFF"/>
                </a:solidFill>
                <a:latin typeface="Segoe UI"/>
                <a:ea typeface="Segoe UI"/>
                <a:cs typeface="Segoe UI"/>
              </a:defRPr>
            </a:pPr>
            <a:r>
              <a:rPr sz="2100" b="1">
                <a:solidFill>
                  <a:srgbClr val="FFFFFF"/>
                </a:solidFill>
                <a:latin typeface="Segoe UI"/>
                <a:ea typeface="Segoe UI"/>
                <a:cs typeface="Segoe UI"/>
              </a:rPr>
              <a:t>SECURITY</a:t>
            </a:r>
          </a:p>
        </p:txBody>
      </p:sp>
      <p:sp>
        <p:nvSpPr>
          <p:cNvPr id="18" name="">
            <a:extLst xmlns:a="http://schemas.openxmlformats.org/drawingml/2006/main">
              <a:ext uri="{FF2B5EF4-FFF2-40B4-BE49-F238E27FC236}">
                <a16:creationId xmlns:a16="http://schemas.microsoft.com/office/drawing/2014/main" id="{2BF4CA16-2415-471B-A84B-5D83A3823C88}"/>
              </a:ext>
            </a:extLst>
          </p:cNvPr>
          <p:cNvSpPr>
            <a:spLocks xmlns:a="http://schemas.openxmlformats.org/drawingml/2006/main" noGrp="1"/>
          </p:cNvSpPr>
          <p:nvPr/>
        </p:nvSpPr>
        <p:spPr>
          <a:xfrm xmlns:a="http://schemas.openxmlformats.org/drawingml/2006/main">
            <a:off x="1104900" y="3467100"/>
            <a:ext cx="224790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CFEAE6"/>
                </a:solidFill>
                <a:latin typeface="Segoe UI"/>
                <a:ea typeface="Segoe UI"/>
                <a:cs typeface="Segoe UI"/>
              </a:defRPr>
            </a:pPr>
            <a:r>
              <a:rPr sz="1013" b="0">
                <a:solidFill>
                  <a:srgbClr val="CFEAE6"/>
                </a:solidFill>
                <a:latin typeface="Segoe UI"/>
                <a:ea typeface="Segoe UI"/>
                <a:cs typeface="Segoe UI"/>
              </a:rPr>
              <a:t>Mật khẩu CSDL được lưu an toàn qua Windows Credential Manager; khóa JWT sinh tự động từ mật khẩu DB bằng PBKDF2.</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19da17cc93604e0b">
            <a:extLst>
              <a:ext uri="{96DAC541-7B7A-43D3-8B79-37D633B846F1}">
                <asvg:svgBlip xmlns:asvg="http://schemas.microsoft.com/office/drawing/2016/SVG/main" r:embed="R2ea5a6a1a7c64d02"/>
              </a:ext>
            </a:extLst>
          </a:blip>
          <a:stretch xmlns:a="http://schemas.openxmlformats.org/drawingml/2006/main"/>
        </p:blipFill>
        <p:spPr>
          <a:xfrm xmlns:a="http://schemas.openxmlformats.org/drawingml/2006/main">
            <a:off x="2990850" y="4305300"/>
            <a:ext cx="381000" cy="38100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A6F405C6-CD4F-40C8-A06B-8E984EFD2D0E}"/>
              </a:ext>
            </a:extLst>
          </p:cNvPr>
          <p:cNvSpPr>
            <a:spLocks xmlns:a="http://schemas.openxmlformats.org/drawingml/2006/main" noGrp="1"/>
          </p:cNvSpPr>
          <p:nvPr/>
        </p:nvSpPr>
        <p:spPr>
          <a:xfrm xmlns:a="http://schemas.openxmlformats.org/drawingml/2006/main">
            <a:off x="4381500" y="2133600"/>
            <a:ext cx="2781300" cy="819150"/>
          </a:xfrm>
          <a:prstGeom xmlns:a="http://schemas.openxmlformats.org/drawingml/2006/main" prst="rect">
            <a:avLst/>
          </a:prstGeom>
          <a:solidFill xmlns:a="http://schemas.openxmlformats.org/drawingml/2006/main">
            <a:srgbClr val="0F766E">
              <a:alpha val="12549"/>
            </a:srgbClr>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DAB9C225-50D6-4500-8B0A-C6809C6E5D50}"/>
              </a:ext>
            </a:extLst>
          </p:cNvPr>
          <p:cNvSpPr>
            <a:spLocks xmlns:a="http://schemas.openxmlformats.org/drawingml/2006/main" noGrp="1"/>
          </p:cNvSpPr>
          <p:nvPr/>
        </p:nvSpPr>
        <p:spPr>
          <a:xfrm xmlns:a="http://schemas.openxmlformats.org/drawingml/2006/main">
            <a:off x="4305300" y="2038350"/>
            <a:ext cx="2781300" cy="819150"/>
          </a:xfrm>
          <a:prstGeom xmlns:a="http://schemas.openxmlformats.org/drawingml/2006/main" prst="rect">
            <a:avLst/>
          </a:prstGeom>
          <a:solidFill xmlns:a="http://schemas.openxmlformats.org/drawingml/2006/main">
            <a:srgbClr val="FFFFFF">
              <a:alpha val="90196"/>
            </a:srgbClr>
          </a:solidFill>
          <a:ln xmlns:a="http://schemas.openxmlformats.org/drawingml/2006/main" w="9525">
            <a:solidFill>
              <a:srgbClr val="FFFFFF"/>
            </a:solidFill>
            <a:prstDash val="solid"/>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de6bd717e7144b4e">
            <a:extLst>
              <a:ext uri="{96DAC541-7B7A-43D3-8B79-37D633B846F1}">
                <asvg:svgBlip xmlns:asvg="http://schemas.microsoft.com/office/drawing/2016/SVG/main" r:embed="R5eb0249bf2554a77"/>
              </a:ext>
            </a:extLst>
          </a:blip>
          <a:stretch xmlns:a="http://schemas.openxmlformats.org/drawingml/2006/main"/>
        </p:blipFill>
        <p:spPr>
          <a:xfrm xmlns:a="http://schemas.openxmlformats.org/drawingml/2006/main">
            <a:off x="4495800" y="2228850"/>
            <a:ext cx="285750" cy="285750"/>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E4964E0A-B0F0-4ACB-9B05-5F85BC700983}"/>
              </a:ext>
            </a:extLst>
          </p:cNvPr>
          <p:cNvSpPr>
            <a:spLocks xmlns:a="http://schemas.openxmlformats.org/drawingml/2006/main" noGrp="1"/>
          </p:cNvSpPr>
          <p:nvPr/>
        </p:nvSpPr>
        <p:spPr>
          <a:xfrm xmlns:a="http://schemas.openxmlformats.org/drawingml/2006/main">
            <a:off x="4933950" y="2190750"/>
            <a:ext cx="1905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F2F3A"/>
                </a:solidFill>
                <a:latin typeface="Segoe UI"/>
                <a:ea typeface="Segoe UI"/>
                <a:cs typeface="Segoe UI"/>
              </a:defRPr>
            </a:pPr>
            <a:r>
              <a:rPr sz="1200" b="1">
                <a:solidFill>
                  <a:srgbClr val="0F2F3A"/>
                </a:solidFill>
                <a:latin typeface="Segoe UI"/>
                <a:ea typeface="Segoe UI"/>
                <a:cs typeface="Segoe UI"/>
              </a:rPr>
              <a:t>Dashboard nâng cao</a:t>
            </a:r>
          </a:p>
        </p:txBody>
      </p:sp>
      <p:sp>
        <p:nvSpPr>
          <p:cNvPr id="24" name="">
            <a:extLst xmlns:a="http://schemas.openxmlformats.org/drawingml/2006/main">
              <a:ext uri="{FF2B5EF4-FFF2-40B4-BE49-F238E27FC236}">
                <a16:creationId xmlns:a16="http://schemas.microsoft.com/office/drawing/2014/main" id="{9774E01D-E16C-4E80-8BFE-8A819AE0C341}"/>
              </a:ext>
            </a:extLst>
          </p:cNvPr>
          <p:cNvSpPr>
            <a:spLocks xmlns:a="http://schemas.openxmlformats.org/drawingml/2006/main" noGrp="1"/>
          </p:cNvSpPr>
          <p:nvPr/>
        </p:nvSpPr>
        <p:spPr>
          <a:xfrm xmlns:a="http://schemas.openxmlformats.org/drawingml/2006/main">
            <a:off x="4933950" y="2438400"/>
            <a:ext cx="19431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5B6B73"/>
                </a:solidFill>
                <a:latin typeface="Segoe UI"/>
                <a:ea typeface="Segoe UI"/>
                <a:cs typeface="Segoe UI"/>
              </a:defRPr>
            </a:pPr>
            <a:r>
              <a:rPr sz="788" b="0">
                <a:solidFill>
                  <a:srgbClr val="5B6B73"/>
                </a:solidFill>
                <a:latin typeface="Segoe UI"/>
                <a:ea typeface="Segoe UI"/>
                <a:cs typeface="Segoe UI"/>
              </a:rPr>
              <a:t>Biểu đồ hoạt động hệ thống và thống kê đối tượng theo thời gian thực.</a:t>
            </a:r>
          </a:p>
        </p:txBody>
      </p:sp>
      <p:sp>
        <p:nvSpPr>
          <p:cNvPr id="25" name="">
            <a:extLst xmlns:a="http://schemas.openxmlformats.org/drawingml/2006/main">
              <a:ext uri="{FF2B5EF4-FFF2-40B4-BE49-F238E27FC236}">
                <a16:creationId xmlns:a16="http://schemas.microsoft.com/office/drawing/2014/main" id="{3AFE2A4B-C070-4CDC-9344-E0920C8433A6}"/>
              </a:ext>
            </a:extLst>
          </p:cNvPr>
          <p:cNvSpPr>
            <a:spLocks xmlns:a="http://schemas.openxmlformats.org/drawingml/2006/main" noGrp="1"/>
          </p:cNvSpPr>
          <p:nvPr/>
        </p:nvSpPr>
        <p:spPr>
          <a:xfrm xmlns:a="http://schemas.openxmlformats.org/drawingml/2006/main">
            <a:off x="7524750" y="2133600"/>
            <a:ext cx="2781300" cy="819150"/>
          </a:xfrm>
          <a:prstGeom xmlns:a="http://schemas.openxmlformats.org/drawingml/2006/main" prst="rect">
            <a:avLst/>
          </a:prstGeom>
          <a:solidFill xmlns:a="http://schemas.openxmlformats.org/drawingml/2006/main">
            <a:srgbClr val="0F766E">
              <a:alpha val="12549"/>
            </a:srgbClr>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B5C11785-1282-4742-9DD1-C2EDD6CD8701}"/>
              </a:ext>
            </a:extLst>
          </p:cNvPr>
          <p:cNvSpPr>
            <a:spLocks xmlns:a="http://schemas.openxmlformats.org/drawingml/2006/main" noGrp="1"/>
          </p:cNvSpPr>
          <p:nvPr/>
        </p:nvSpPr>
        <p:spPr>
          <a:xfrm xmlns:a="http://schemas.openxmlformats.org/drawingml/2006/main">
            <a:off x="7448550" y="2038350"/>
            <a:ext cx="2781300" cy="819150"/>
          </a:xfrm>
          <a:prstGeom xmlns:a="http://schemas.openxmlformats.org/drawingml/2006/main" prst="rect">
            <a:avLst/>
          </a:prstGeom>
          <a:solidFill xmlns:a="http://schemas.openxmlformats.org/drawingml/2006/main">
            <a:srgbClr val="FFFFFF">
              <a:alpha val="90196"/>
            </a:srgbClr>
          </a:solidFill>
          <a:ln xmlns:a="http://schemas.openxmlformats.org/drawingml/2006/main" w="9525">
            <a:solidFill>
              <a:srgbClr val="FFFFFF"/>
            </a:solidFill>
            <a:prstDash val="solid"/>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1f1e3879d8a245b7">
            <a:extLst>
              <a:ext uri="{96DAC541-7B7A-43D3-8B79-37D633B846F1}">
                <asvg:svgBlip xmlns:asvg="http://schemas.microsoft.com/office/drawing/2016/SVG/main" r:embed="Rab9c0a2feced4f9e"/>
              </a:ext>
            </a:extLst>
          </a:blip>
          <a:stretch xmlns:a="http://schemas.openxmlformats.org/drawingml/2006/main"/>
        </p:blipFill>
        <p:spPr>
          <a:xfrm xmlns:a="http://schemas.openxmlformats.org/drawingml/2006/main">
            <a:off x="7639050" y="2228850"/>
            <a:ext cx="285750" cy="285750"/>
          </a:xfrm>
          <a:prstGeom xmlns:a="http://schemas.openxmlformats.org/drawingml/2006/main" prst="rect">
            <a:avLst/>
          </a:prstGeom>
        </p:spPr>
      </p:pic>
      <p:sp>
        <p:nvSpPr>
          <p:cNvPr id="28" name="">
            <a:extLst xmlns:a="http://schemas.openxmlformats.org/drawingml/2006/main">
              <a:ext uri="{FF2B5EF4-FFF2-40B4-BE49-F238E27FC236}">
                <a16:creationId xmlns:a16="http://schemas.microsoft.com/office/drawing/2014/main" id="{5660A9EF-43DA-4F59-A193-C9C32CFA9AB8}"/>
              </a:ext>
            </a:extLst>
          </p:cNvPr>
          <p:cNvSpPr>
            <a:spLocks xmlns:a="http://schemas.openxmlformats.org/drawingml/2006/main" noGrp="1"/>
          </p:cNvSpPr>
          <p:nvPr/>
        </p:nvSpPr>
        <p:spPr>
          <a:xfrm xmlns:a="http://schemas.openxmlformats.org/drawingml/2006/main">
            <a:off x="8077200" y="2190750"/>
            <a:ext cx="1905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F2F3A"/>
                </a:solidFill>
                <a:latin typeface="Segoe UI"/>
                <a:ea typeface="Segoe UI"/>
                <a:cs typeface="Segoe UI"/>
              </a:defRPr>
            </a:pPr>
            <a:r>
              <a:rPr sz="1200" b="1">
                <a:solidFill>
                  <a:srgbClr val="0F2F3A"/>
                </a:solidFill>
                <a:latin typeface="Segoe UI"/>
                <a:ea typeface="Segoe UI"/>
                <a:cs typeface="Segoe UI"/>
              </a:rPr>
              <a:t>Mạng lưới 4D</a:t>
            </a:r>
          </a:p>
        </p:txBody>
      </p:sp>
      <p:sp>
        <p:nvSpPr>
          <p:cNvPr id="29" name="">
            <a:extLst xmlns:a="http://schemas.openxmlformats.org/drawingml/2006/main">
              <a:ext uri="{FF2B5EF4-FFF2-40B4-BE49-F238E27FC236}">
                <a16:creationId xmlns:a16="http://schemas.microsoft.com/office/drawing/2014/main" id="{F0551F77-E5E6-4369-8719-7F367D6E5F35}"/>
              </a:ext>
            </a:extLst>
          </p:cNvPr>
          <p:cNvSpPr>
            <a:spLocks xmlns:a="http://schemas.openxmlformats.org/drawingml/2006/main" noGrp="1"/>
          </p:cNvSpPr>
          <p:nvPr/>
        </p:nvSpPr>
        <p:spPr>
          <a:xfrm xmlns:a="http://schemas.openxmlformats.org/drawingml/2006/main">
            <a:off x="8077200" y="2438400"/>
            <a:ext cx="19431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5B6B73"/>
                </a:solidFill>
                <a:latin typeface="Segoe UI"/>
                <a:ea typeface="Segoe UI"/>
                <a:cs typeface="Segoe UI"/>
              </a:defRPr>
            </a:pPr>
            <a:r>
              <a:rPr sz="788" b="0">
                <a:solidFill>
                  <a:srgbClr val="5B6B73"/>
                </a:solidFill>
                <a:latin typeface="Segoe UI"/>
                <a:ea typeface="Segoe UI"/>
                <a:cs typeface="Segoe UI"/>
              </a:rPr>
              <a:t>Đồ thị quan hệ đa tầng, lọc theo tính chất và độ tin cậy.</a:t>
            </a:r>
          </a:p>
        </p:txBody>
      </p:sp>
      <p:sp>
        <p:nvSpPr>
          <p:cNvPr id="30" name="">
            <a:extLst xmlns:a="http://schemas.openxmlformats.org/drawingml/2006/main">
              <a:ext uri="{FF2B5EF4-FFF2-40B4-BE49-F238E27FC236}">
                <a16:creationId xmlns:a16="http://schemas.microsoft.com/office/drawing/2014/main" id="{CFF651D4-2CD2-4A79-9B75-AFA6E34763BF}"/>
              </a:ext>
            </a:extLst>
          </p:cNvPr>
          <p:cNvSpPr>
            <a:spLocks xmlns:a="http://schemas.openxmlformats.org/drawingml/2006/main" noGrp="1"/>
          </p:cNvSpPr>
          <p:nvPr/>
        </p:nvSpPr>
        <p:spPr>
          <a:xfrm xmlns:a="http://schemas.openxmlformats.org/drawingml/2006/main">
            <a:off x="4381500" y="3276600"/>
            <a:ext cx="2781300" cy="819150"/>
          </a:xfrm>
          <a:prstGeom xmlns:a="http://schemas.openxmlformats.org/drawingml/2006/main" prst="rect">
            <a:avLst/>
          </a:prstGeom>
          <a:solidFill xmlns:a="http://schemas.openxmlformats.org/drawingml/2006/main">
            <a:srgbClr val="0F766E">
              <a:alpha val="12549"/>
            </a:srgbClr>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E209C0E6-601E-4521-A4A7-A69856E22FE0}"/>
              </a:ext>
            </a:extLst>
          </p:cNvPr>
          <p:cNvSpPr>
            <a:spLocks xmlns:a="http://schemas.openxmlformats.org/drawingml/2006/main" noGrp="1"/>
          </p:cNvSpPr>
          <p:nvPr/>
        </p:nvSpPr>
        <p:spPr>
          <a:xfrm xmlns:a="http://schemas.openxmlformats.org/drawingml/2006/main">
            <a:off x="4305300" y="3181350"/>
            <a:ext cx="2781300" cy="819150"/>
          </a:xfrm>
          <a:prstGeom xmlns:a="http://schemas.openxmlformats.org/drawingml/2006/main" prst="rect">
            <a:avLst/>
          </a:prstGeom>
          <a:solidFill xmlns:a="http://schemas.openxmlformats.org/drawingml/2006/main">
            <a:srgbClr val="FFFFFF">
              <a:alpha val="90196"/>
            </a:srgbClr>
          </a:solidFill>
          <a:ln xmlns:a="http://schemas.openxmlformats.org/drawingml/2006/main" w="9525">
            <a:solidFill>
              <a:srgbClr val="FFFFFF"/>
            </a:solidFill>
            <a:prstDash val="solid"/>
          </a:ln>
        </p:spPr>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21c790124a614896">
            <a:extLst>
              <a:ext uri="{96DAC541-7B7A-43D3-8B79-37D633B846F1}">
                <asvg:svgBlip xmlns:asvg="http://schemas.microsoft.com/office/drawing/2016/SVG/main" r:embed="R36d7bcd1181b41a1"/>
              </a:ext>
            </a:extLst>
          </a:blip>
          <a:stretch xmlns:a="http://schemas.openxmlformats.org/drawingml/2006/main"/>
        </p:blipFill>
        <p:spPr>
          <a:xfrm xmlns:a="http://schemas.openxmlformats.org/drawingml/2006/main">
            <a:off x="4495800" y="3371850"/>
            <a:ext cx="285750" cy="285750"/>
          </a:xfrm>
          <a:prstGeom xmlns:a="http://schemas.openxmlformats.org/drawingml/2006/main" prst="rect">
            <a:avLst/>
          </a:prstGeom>
        </p:spPr>
      </p:pic>
      <p:sp>
        <p:nvSpPr>
          <p:cNvPr id="33" name="">
            <a:extLst xmlns:a="http://schemas.openxmlformats.org/drawingml/2006/main">
              <a:ext uri="{FF2B5EF4-FFF2-40B4-BE49-F238E27FC236}">
                <a16:creationId xmlns:a16="http://schemas.microsoft.com/office/drawing/2014/main" id="{B14714D0-8F49-4002-B06A-1EB27148D404}"/>
              </a:ext>
            </a:extLst>
          </p:cNvPr>
          <p:cNvSpPr>
            <a:spLocks xmlns:a="http://schemas.openxmlformats.org/drawingml/2006/main" noGrp="1"/>
          </p:cNvSpPr>
          <p:nvPr/>
        </p:nvSpPr>
        <p:spPr>
          <a:xfrm xmlns:a="http://schemas.openxmlformats.org/drawingml/2006/main">
            <a:off x="4933950" y="3333750"/>
            <a:ext cx="1905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F2F3A"/>
                </a:solidFill>
                <a:latin typeface="Segoe UI"/>
                <a:ea typeface="Segoe UI"/>
                <a:cs typeface="Segoe UI"/>
              </a:defRPr>
            </a:pPr>
            <a:r>
              <a:rPr sz="1200" b="1">
                <a:solidFill>
                  <a:srgbClr val="0F2F3A"/>
                </a:solidFill>
                <a:latin typeface="Segoe UI"/>
                <a:ea typeface="Segoe UI"/>
                <a:cs typeface="Segoe UI"/>
              </a:rPr>
              <a:t>UX hiện đại</a:t>
            </a:r>
          </a:p>
        </p:txBody>
      </p:sp>
      <p:sp>
        <p:nvSpPr>
          <p:cNvPr id="34" name="">
            <a:extLst xmlns:a="http://schemas.openxmlformats.org/drawingml/2006/main">
              <a:ext uri="{FF2B5EF4-FFF2-40B4-BE49-F238E27FC236}">
                <a16:creationId xmlns:a16="http://schemas.microsoft.com/office/drawing/2014/main" id="{CD98CE95-FFFD-4313-AE99-D8F28A6C9600}"/>
              </a:ext>
            </a:extLst>
          </p:cNvPr>
          <p:cNvSpPr>
            <a:spLocks xmlns:a="http://schemas.openxmlformats.org/drawingml/2006/main" noGrp="1"/>
          </p:cNvSpPr>
          <p:nvPr/>
        </p:nvSpPr>
        <p:spPr>
          <a:xfrm xmlns:a="http://schemas.openxmlformats.org/drawingml/2006/main">
            <a:off x="4933950" y="3581400"/>
            <a:ext cx="19431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5B6B73"/>
                </a:solidFill>
                <a:latin typeface="Segoe UI"/>
                <a:ea typeface="Segoe UI"/>
                <a:cs typeface="Segoe UI"/>
              </a:defRPr>
            </a:pPr>
            <a:r>
              <a:rPr sz="788" b="0">
                <a:solidFill>
                  <a:srgbClr val="5B6B73"/>
                </a:solidFill>
                <a:latin typeface="Segoe UI"/>
                <a:ea typeface="Segoe UI"/>
                <a:cs typeface="Segoe UI"/>
              </a:rPr>
              <a:t>Glassmorphism, Load More Pagination, Smart Greetings.</a:t>
            </a:r>
          </a:p>
        </p:txBody>
      </p:sp>
      <p:sp>
        <p:nvSpPr>
          <p:cNvPr id="35" name="">
            <a:extLst xmlns:a="http://schemas.openxmlformats.org/drawingml/2006/main">
              <a:ext uri="{FF2B5EF4-FFF2-40B4-BE49-F238E27FC236}">
                <a16:creationId xmlns:a16="http://schemas.microsoft.com/office/drawing/2014/main" id="{A0351537-E5E2-4806-9CDB-0A5AB7B2CCA9}"/>
              </a:ext>
            </a:extLst>
          </p:cNvPr>
          <p:cNvSpPr>
            <a:spLocks xmlns:a="http://schemas.openxmlformats.org/drawingml/2006/main" noGrp="1"/>
          </p:cNvSpPr>
          <p:nvPr/>
        </p:nvSpPr>
        <p:spPr>
          <a:xfrm xmlns:a="http://schemas.openxmlformats.org/drawingml/2006/main">
            <a:off x="7524750" y="3276600"/>
            <a:ext cx="2781300" cy="819150"/>
          </a:xfrm>
          <a:prstGeom xmlns:a="http://schemas.openxmlformats.org/drawingml/2006/main" prst="rect">
            <a:avLst/>
          </a:prstGeom>
          <a:solidFill xmlns:a="http://schemas.openxmlformats.org/drawingml/2006/main">
            <a:srgbClr val="0F766E">
              <a:alpha val="12549"/>
            </a:srgbClr>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9730CA83-D5A0-4832-B027-985BD6B53D50}"/>
              </a:ext>
            </a:extLst>
          </p:cNvPr>
          <p:cNvSpPr>
            <a:spLocks xmlns:a="http://schemas.openxmlformats.org/drawingml/2006/main" noGrp="1"/>
          </p:cNvSpPr>
          <p:nvPr/>
        </p:nvSpPr>
        <p:spPr>
          <a:xfrm xmlns:a="http://schemas.openxmlformats.org/drawingml/2006/main">
            <a:off x="7448550" y="3181350"/>
            <a:ext cx="2781300" cy="819150"/>
          </a:xfrm>
          <a:prstGeom xmlns:a="http://schemas.openxmlformats.org/drawingml/2006/main" prst="rect">
            <a:avLst/>
          </a:prstGeom>
          <a:solidFill xmlns:a="http://schemas.openxmlformats.org/drawingml/2006/main">
            <a:srgbClr val="FFFFFF">
              <a:alpha val="90196"/>
            </a:srgbClr>
          </a:solidFill>
          <a:ln xmlns:a="http://schemas.openxmlformats.org/drawingml/2006/main" w="9525">
            <a:solidFill>
              <a:srgbClr val="FFFFFF"/>
            </a:solidFill>
            <a:prstDash val="solid"/>
          </a:ln>
        </p:spPr>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77196def2ad04a5e">
            <a:extLst>
              <a:ext uri="{96DAC541-7B7A-43D3-8B79-37D633B846F1}">
                <asvg:svgBlip xmlns:asvg="http://schemas.microsoft.com/office/drawing/2016/SVG/main" r:embed="R1bdad392b84142d8"/>
              </a:ext>
            </a:extLst>
          </a:blip>
          <a:stretch xmlns:a="http://schemas.openxmlformats.org/drawingml/2006/main"/>
        </p:blipFill>
        <p:spPr>
          <a:xfrm xmlns:a="http://schemas.openxmlformats.org/drawingml/2006/main">
            <a:off x="7639050" y="3371850"/>
            <a:ext cx="285750" cy="285750"/>
          </a:xfrm>
          <a:prstGeom xmlns:a="http://schemas.openxmlformats.org/drawingml/2006/main" prst="rect">
            <a:avLst/>
          </a:prstGeom>
        </p:spPr>
      </p:pic>
      <p:sp>
        <p:nvSpPr>
          <p:cNvPr id="38" name="">
            <a:extLst xmlns:a="http://schemas.openxmlformats.org/drawingml/2006/main">
              <a:ext uri="{FF2B5EF4-FFF2-40B4-BE49-F238E27FC236}">
                <a16:creationId xmlns:a16="http://schemas.microsoft.com/office/drawing/2014/main" id="{A0586EE7-DA85-4687-831E-3089E890FBE5}"/>
              </a:ext>
            </a:extLst>
          </p:cNvPr>
          <p:cNvSpPr>
            <a:spLocks xmlns:a="http://schemas.openxmlformats.org/drawingml/2006/main" noGrp="1"/>
          </p:cNvSpPr>
          <p:nvPr/>
        </p:nvSpPr>
        <p:spPr>
          <a:xfrm xmlns:a="http://schemas.openxmlformats.org/drawingml/2006/main">
            <a:off x="8077200" y="3333750"/>
            <a:ext cx="1905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F2F3A"/>
                </a:solidFill>
                <a:latin typeface="Segoe UI"/>
                <a:ea typeface="Segoe UI"/>
                <a:cs typeface="Segoe UI"/>
              </a:defRPr>
            </a:pPr>
            <a:r>
              <a:rPr sz="1200" b="1">
                <a:solidFill>
                  <a:srgbClr val="0F2F3A"/>
                </a:solidFill>
                <a:latin typeface="Segoe UI"/>
                <a:ea typeface="Segoe UI"/>
                <a:cs typeface="Segoe UI"/>
              </a:rPr>
              <a:t>Smart Launcher</a:t>
            </a:r>
          </a:p>
        </p:txBody>
      </p:sp>
      <p:sp>
        <p:nvSpPr>
          <p:cNvPr id="39" name="">
            <a:extLst xmlns:a="http://schemas.openxmlformats.org/drawingml/2006/main">
              <a:ext uri="{FF2B5EF4-FFF2-40B4-BE49-F238E27FC236}">
                <a16:creationId xmlns:a16="http://schemas.microsoft.com/office/drawing/2014/main" id="{D0EDD422-B93F-4E5A-8780-B4E625EBC613}"/>
              </a:ext>
            </a:extLst>
          </p:cNvPr>
          <p:cNvSpPr>
            <a:spLocks xmlns:a="http://schemas.openxmlformats.org/drawingml/2006/main" noGrp="1"/>
          </p:cNvSpPr>
          <p:nvPr/>
        </p:nvSpPr>
        <p:spPr>
          <a:xfrm xmlns:a="http://schemas.openxmlformats.org/drawingml/2006/main">
            <a:off x="8077200" y="3581400"/>
            <a:ext cx="19431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5B6B73"/>
                </a:solidFill>
                <a:latin typeface="Segoe UI"/>
                <a:ea typeface="Segoe UI"/>
                <a:cs typeface="Segoe UI"/>
              </a:defRPr>
            </a:pPr>
            <a:r>
              <a:rPr sz="788" b="0">
                <a:solidFill>
                  <a:srgbClr val="5B6B73"/>
                </a:solidFill>
                <a:latin typeface="Segoe UI"/>
                <a:ea typeface="Segoe UI"/>
                <a:cs typeface="Segoe UI"/>
              </a:rPr>
              <a:t>Tự giải phóng cổng, mở trình duyệt khi server sẵn sàng.</a:t>
            </a:r>
          </a:p>
        </p:txBody>
      </p:sp>
      <p:sp>
        <p:nvSpPr>
          <p:cNvPr id="40" name="">
            <a:extLst xmlns:a="http://schemas.openxmlformats.org/drawingml/2006/main">
              <a:ext uri="{FF2B5EF4-FFF2-40B4-BE49-F238E27FC236}">
                <a16:creationId xmlns:a16="http://schemas.microsoft.com/office/drawing/2014/main" id="{C691CAC1-011C-4B7B-B40F-A4A9A68882FB}"/>
              </a:ext>
            </a:extLst>
          </p:cNvPr>
          <p:cNvSpPr>
            <a:spLocks xmlns:a="http://schemas.openxmlformats.org/drawingml/2006/main" noGrp="1"/>
          </p:cNvSpPr>
          <p:nvPr/>
        </p:nvSpPr>
        <p:spPr>
          <a:xfrm xmlns:a="http://schemas.openxmlformats.org/drawingml/2006/main">
            <a:off x="4381500" y="4419600"/>
            <a:ext cx="2781300" cy="819150"/>
          </a:xfrm>
          <a:prstGeom xmlns:a="http://schemas.openxmlformats.org/drawingml/2006/main" prst="rect">
            <a:avLst/>
          </a:prstGeom>
          <a:solidFill xmlns:a="http://schemas.openxmlformats.org/drawingml/2006/main">
            <a:srgbClr val="0F766E">
              <a:alpha val="12549"/>
            </a:srgbClr>
          </a:solidFill>
          <a:ln xmlns:a="http://schemas.openxmlformats.org/drawingml/2006/main" w="0">
            <a:solidFill>
              <a:srgbClr val="000000">
                <a:alpha val="0"/>
              </a:srgbClr>
            </a:solidFill>
            <a:prstDash val="solid"/>
          </a:ln>
        </p:spPr>
      </p:sp>
      <p:sp>
        <p:nvSpPr>
          <p:cNvPr id="41" name="">
            <a:extLst xmlns:a="http://schemas.openxmlformats.org/drawingml/2006/main">
              <a:ext uri="{FF2B5EF4-FFF2-40B4-BE49-F238E27FC236}">
                <a16:creationId xmlns:a16="http://schemas.microsoft.com/office/drawing/2014/main" id="{8ED18CA8-29B1-4E36-9945-03A8A0D55370}"/>
              </a:ext>
            </a:extLst>
          </p:cNvPr>
          <p:cNvSpPr>
            <a:spLocks xmlns:a="http://schemas.openxmlformats.org/drawingml/2006/main" noGrp="1"/>
          </p:cNvSpPr>
          <p:nvPr/>
        </p:nvSpPr>
        <p:spPr>
          <a:xfrm xmlns:a="http://schemas.openxmlformats.org/drawingml/2006/main">
            <a:off x="4305300" y="4324350"/>
            <a:ext cx="2781300" cy="819150"/>
          </a:xfrm>
          <a:prstGeom xmlns:a="http://schemas.openxmlformats.org/drawingml/2006/main" prst="rect">
            <a:avLst/>
          </a:prstGeom>
          <a:solidFill xmlns:a="http://schemas.openxmlformats.org/drawingml/2006/main">
            <a:srgbClr val="FFFFFF">
              <a:alpha val="90196"/>
            </a:srgbClr>
          </a:solidFill>
          <a:ln xmlns:a="http://schemas.openxmlformats.org/drawingml/2006/main" w="9525">
            <a:solidFill>
              <a:srgbClr val="FFFFFF"/>
            </a:solidFill>
            <a:prstDash val="solid"/>
          </a:ln>
        </p:spPr>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e59f8d89a8ef4331">
            <a:extLst>
              <a:ext uri="{96DAC541-7B7A-43D3-8B79-37D633B846F1}">
                <asvg:svgBlip xmlns:asvg="http://schemas.microsoft.com/office/drawing/2016/SVG/main" r:embed="Rb8d7df99f4d747f0"/>
              </a:ext>
            </a:extLst>
          </a:blip>
          <a:stretch xmlns:a="http://schemas.openxmlformats.org/drawingml/2006/main"/>
        </p:blipFill>
        <p:spPr>
          <a:xfrm xmlns:a="http://schemas.openxmlformats.org/drawingml/2006/main">
            <a:off x="4495800" y="4514850"/>
            <a:ext cx="285750" cy="285750"/>
          </a:xfrm>
          <a:prstGeom xmlns:a="http://schemas.openxmlformats.org/drawingml/2006/main" prst="rect">
            <a:avLst/>
          </a:prstGeom>
        </p:spPr>
      </p:pic>
      <p:sp>
        <p:nvSpPr>
          <p:cNvPr id="43" name="">
            <a:extLst xmlns:a="http://schemas.openxmlformats.org/drawingml/2006/main">
              <a:ext uri="{FF2B5EF4-FFF2-40B4-BE49-F238E27FC236}">
                <a16:creationId xmlns:a16="http://schemas.microsoft.com/office/drawing/2014/main" id="{4D7EF78D-D921-4C5A-8D82-52AA393C0E59}"/>
              </a:ext>
            </a:extLst>
          </p:cNvPr>
          <p:cNvSpPr>
            <a:spLocks xmlns:a="http://schemas.openxmlformats.org/drawingml/2006/main" noGrp="1"/>
          </p:cNvSpPr>
          <p:nvPr/>
        </p:nvSpPr>
        <p:spPr>
          <a:xfrm xmlns:a="http://schemas.openxmlformats.org/drawingml/2006/main">
            <a:off x="4933950" y="4476750"/>
            <a:ext cx="1905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F2F3A"/>
                </a:solidFill>
                <a:latin typeface="Segoe UI"/>
                <a:ea typeface="Segoe UI"/>
                <a:cs typeface="Segoe UI"/>
              </a:defRPr>
            </a:pPr>
            <a:r>
              <a:rPr sz="1200" b="1">
                <a:solidFill>
                  <a:srgbClr val="0F2F3A"/>
                </a:solidFill>
                <a:latin typeface="Segoe UI"/>
                <a:ea typeface="Segoe UI"/>
                <a:cs typeface="Segoe UI"/>
              </a:rPr>
              <a:t>An toàn dữ liệu</a:t>
            </a:r>
          </a:p>
        </p:txBody>
      </p:sp>
      <p:sp>
        <p:nvSpPr>
          <p:cNvPr id="44" name="">
            <a:extLst xmlns:a="http://schemas.openxmlformats.org/drawingml/2006/main">
              <a:ext uri="{FF2B5EF4-FFF2-40B4-BE49-F238E27FC236}">
                <a16:creationId xmlns:a16="http://schemas.microsoft.com/office/drawing/2014/main" id="{FF55DC5E-EAD9-4B45-80F3-402E99B092E1}"/>
              </a:ext>
            </a:extLst>
          </p:cNvPr>
          <p:cNvSpPr>
            <a:spLocks xmlns:a="http://schemas.openxmlformats.org/drawingml/2006/main" noGrp="1"/>
          </p:cNvSpPr>
          <p:nvPr/>
        </p:nvSpPr>
        <p:spPr>
          <a:xfrm xmlns:a="http://schemas.openxmlformats.org/drawingml/2006/main">
            <a:off x="4933950" y="4724400"/>
            <a:ext cx="19431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5B6B73"/>
                </a:solidFill>
                <a:latin typeface="Segoe UI"/>
                <a:ea typeface="Segoe UI"/>
                <a:cs typeface="Segoe UI"/>
              </a:defRPr>
            </a:pPr>
            <a:r>
              <a:rPr sz="788" b="0">
                <a:solidFill>
                  <a:srgbClr val="5B6B73"/>
                </a:solidFill>
                <a:latin typeface="Segoe UI"/>
                <a:ea typeface="Segoe UI"/>
                <a:cs typeface="Segoe UI"/>
              </a:rPr>
              <a:t>SQLCipher AES-256 bảo vệ toàn bộ file database.</a:t>
            </a:r>
          </a:p>
        </p:txBody>
      </p:sp>
      <p:sp>
        <p:nvSpPr>
          <p:cNvPr id="45" name="">
            <a:extLst xmlns:a="http://schemas.openxmlformats.org/drawingml/2006/main">
              <a:ext uri="{FF2B5EF4-FFF2-40B4-BE49-F238E27FC236}">
                <a16:creationId xmlns:a16="http://schemas.microsoft.com/office/drawing/2014/main" id="{E3D462F8-B0AC-4F8E-BD17-7B598E6FCDE2}"/>
              </a:ext>
            </a:extLst>
          </p:cNvPr>
          <p:cNvSpPr>
            <a:spLocks xmlns:a="http://schemas.openxmlformats.org/drawingml/2006/main" noGrp="1"/>
          </p:cNvSpPr>
          <p:nvPr/>
        </p:nvSpPr>
        <p:spPr>
          <a:xfrm xmlns:a="http://schemas.openxmlformats.org/drawingml/2006/main">
            <a:off x="7429500" y="4324350"/>
            <a:ext cx="2781300" cy="952500"/>
          </a:xfrm>
          <a:prstGeom xmlns:a="http://schemas.openxmlformats.org/drawingml/2006/main" prst="rect">
            <a:avLst/>
          </a:prstGeom>
          <a:solidFill xmlns:a="http://schemas.openxmlformats.org/drawingml/2006/main">
            <a:srgbClr val="E6F7EF"/>
          </a:solidFill>
          <a:ln xmlns:a="http://schemas.openxmlformats.org/drawingml/2006/main" w="0">
            <a:solidFill>
              <a:srgbClr val="000000">
                <a:alpha val="0"/>
              </a:srgbClr>
            </a:solidFill>
            <a:prstDash val="solid"/>
          </a:ln>
        </p:spPr>
      </p:sp>
      <p:sp>
        <p:nvSpPr>
          <p:cNvPr id="46" name="">
            <a:extLst xmlns:a="http://schemas.openxmlformats.org/drawingml/2006/main">
              <a:ext uri="{FF2B5EF4-FFF2-40B4-BE49-F238E27FC236}">
                <a16:creationId xmlns:a16="http://schemas.microsoft.com/office/drawing/2014/main" id="{D766DAD6-4742-4585-9110-C45E2744D390}"/>
              </a:ext>
            </a:extLst>
          </p:cNvPr>
          <p:cNvSpPr>
            <a:spLocks xmlns:a="http://schemas.openxmlformats.org/drawingml/2006/main" noGrp="1"/>
          </p:cNvSpPr>
          <p:nvPr/>
        </p:nvSpPr>
        <p:spPr>
          <a:xfrm xmlns:a="http://schemas.openxmlformats.org/drawingml/2006/main">
            <a:off x="7639050" y="4514850"/>
            <a:ext cx="1143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F766E"/>
                </a:solidFill>
                <a:latin typeface="Segoe UI"/>
                <a:ea typeface="Segoe UI"/>
                <a:cs typeface="Segoe UI"/>
              </a:defRPr>
            </a:pPr>
            <a:r>
              <a:rPr sz="900" b="1">
                <a:solidFill>
                  <a:srgbClr val="0F766E"/>
                </a:solidFill>
                <a:latin typeface="Segoe UI"/>
                <a:ea typeface="Segoe UI"/>
                <a:cs typeface="Segoe UI"/>
              </a:rPr>
              <a:t>Kết quả</a:t>
            </a:r>
          </a:p>
        </p:txBody>
      </p:sp>
      <p:sp>
        <p:nvSpPr>
          <p:cNvPr id="47" name="">
            <a:extLst xmlns:a="http://schemas.openxmlformats.org/drawingml/2006/main">
              <a:ext uri="{FF2B5EF4-FFF2-40B4-BE49-F238E27FC236}">
                <a16:creationId xmlns:a16="http://schemas.microsoft.com/office/drawing/2014/main" id="{71354E86-231A-436B-9325-FA62BAEBF8C7}"/>
              </a:ext>
            </a:extLst>
          </p:cNvPr>
          <p:cNvSpPr>
            <a:spLocks xmlns:a="http://schemas.openxmlformats.org/drawingml/2006/main" noGrp="1"/>
          </p:cNvSpPr>
          <p:nvPr/>
        </p:nvSpPr>
        <p:spPr>
          <a:xfrm xmlns:a="http://schemas.openxmlformats.org/drawingml/2006/main">
            <a:off x="7639050" y="4743450"/>
            <a:ext cx="22669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F2F3A"/>
                </a:solidFill>
                <a:latin typeface="Segoe UI"/>
                <a:ea typeface="Segoe UI"/>
                <a:cs typeface="Segoe UI"/>
              </a:defRPr>
            </a:pPr>
            <a:r>
              <a:rPr sz="975" b="1">
                <a:solidFill>
                  <a:srgbClr val="0F2F3A"/>
                </a:solidFill>
                <a:latin typeface="Segoe UI"/>
                <a:ea typeface="Segoe UI"/>
                <a:cs typeface="Segoe UI"/>
              </a:rPr>
              <a:t>một hệ thống nội bộ nhanh, nghiêm trang và ít ma sát khi vận hành</a:t>
            </a:r>
          </a:p>
        </p:txBody>
      </p:sp>
      <p:sp>
        <p:nvSpPr>
          <p:cNvPr id="48" name="">
            <a:extLst xmlns:a="http://schemas.openxmlformats.org/drawingml/2006/main">
              <a:ext uri="{FF2B5EF4-FFF2-40B4-BE49-F238E27FC236}">
                <a16:creationId xmlns:a16="http://schemas.microsoft.com/office/drawing/2014/main" id="{0BA35EC3-313B-41CC-8B25-5D286502912C}"/>
              </a:ext>
            </a:extLst>
          </p:cNvPr>
          <p:cNvSpPr>
            <a:spLocks xmlns:a="http://schemas.openxmlformats.org/drawingml/2006/main" noGrp="1"/>
          </p:cNvSpPr>
          <p:nvPr/>
        </p:nvSpPr>
        <p:spPr>
          <a:xfrm xmlns:a="http://schemas.openxmlformats.org/drawingml/2006/main">
            <a:off x="590550" y="6419850"/>
            <a:ext cx="9715500" cy="9525"/>
          </a:xfrm>
          <a:prstGeom xmlns:a="http://schemas.openxmlformats.org/drawingml/2006/main" prst="rect">
            <a:avLst/>
          </a:prstGeom>
          <a:solidFill xmlns:a="http://schemas.openxmlformats.org/drawingml/2006/main">
            <a:srgbClr val="B6D8CF"/>
          </a:solidFill>
          <a:ln xmlns:a="http://schemas.openxmlformats.org/drawingml/2006/main" w="0">
            <a:solidFill>
              <a:srgbClr val="000000">
                <a:alpha val="0"/>
              </a:srgbClr>
            </a:solidFill>
            <a:prstDash val="solid"/>
          </a:ln>
        </p:spPr>
      </p:sp>
      <p:sp>
        <p:nvSpPr>
          <p:cNvPr id="49" name="">
            <a:extLst xmlns:a="http://schemas.openxmlformats.org/drawingml/2006/main">
              <a:ext uri="{FF2B5EF4-FFF2-40B4-BE49-F238E27FC236}">
                <a16:creationId xmlns:a16="http://schemas.microsoft.com/office/drawing/2014/main" id="{D8EADBBA-44EC-4A0D-908B-2EF31BC150B2}"/>
              </a:ext>
            </a:extLst>
          </p:cNvPr>
          <p:cNvSpPr>
            <a:spLocks xmlns:a="http://schemas.openxmlformats.org/drawingml/2006/main" noGrp="1"/>
          </p:cNvSpPr>
          <p:nvPr/>
        </p:nvSpPr>
        <p:spPr>
          <a:xfrm xmlns:a="http://schemas.openxmlformats.org/drawingml/2006/main">
            <a:off x="590550" y="6515100"/>
            <a:ext cx="7239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8AA0A6"/>
                </a:solidFill>
                <a:latin typeface="Segoe UI"/>
                <a:ea typeface="Segoe UI"/>
                <a:cs typeface="Segoe UI"/>
              </a:defRPr>
            </a:pPr>
            <a:r>
              <a:rPr sz="638" b="0">
                <a:solidFill>
                  <a:srgbClr val="8AA0A6"/>
                </a:solidFill>
                <a:latin typeface="Segoe UI"/>
                <a:ea typeface="Segoe UI"/>
                <a:cs typeface="Segoe UI"/>
              </a:rPr>
              <a:t>Nguồn: README(VCFE).md, CLAUDE.md, ảnh frontend trong repository</a:t>
            </a:r>
          </a:p>
        </p:txBody>
      </p:sp>
      <p:sp>
        <p:nvSpPr>
          <p:cNvPr id="50" name="">
            <a:extLst xmlns:a="http://schemas.openxmlformats.org/drawingml/2006/main">
              <a:ext uri="{FF2B5EF4-FFF2-40B4-BE49-F238E27FC236}">
                <a16:creationId xmlns:a16="http://schemas.microsoft.com/office/drawing/2014/main" id="{33D1E5AA-1294-4434-80A9-5BF3D56783F1}"/>
              </a:ext>
            </a:extLst>
          </p:cNvPr>
          <p:cNvSpPr>
            <a:spLocks xmlns:a="http://schemas.openxmlformats.org/drawingml/2006/main" noGrp="1"/>
          </p:cNvSpPr>
          <p:nvPr/>
        </p:nvSpPr>
        <p:spPr>
          <a:xfrm xmlns:a="http://schemas.openxmlformats.org/drawingml/2006/main">
            <a:off x="11106150" y="6477000"/>
            <a:ext cx="5143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0F766E"/>
                </a:solidFill>
                <a:latin typeface="Segoe UI"/>
                <a:ea typeface="Segoe UI"/>
                <a:cs typeface="Segoe UI"/>
              </a:defRPr>
            </a:pPr>
            <a:r>
              <a:rPr sz="900" b="1">
                <a:solidFill>
                  <a:srgbClr val="0F766E"/>
                </a:solidFill>
                <a:latin typeface="Segoe UI"/>
                <a:ea typeface="Segoe UI"/>
                <a:cs typeface="Segoe UI"/>
              </a:rPr>
              <a:t>03</a:t>
            </a:r>
          </a:p>
        </p:txBody>
      </p:sp>
    </p:spTree>
    <p:extLst>
      <p:ext uri="{BB962C8B-B14F-4D97-AF65-F5344CB8AC3E}">
        <p14:creationId xmlns:p14="http://schemas.microsoft.com/office/powerpoint/2010/main" val="87527044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CFCB027-D191-4C25-99B0-BC131677699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2FBF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E5B72E37-474A-40CD-9D53-5D7BAF74DD0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DDF3E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7E0888BC-04AD-4A9A-B276-D0F6F74E6F59}"/>
              </a:ext>
            </a:extLst>
          </p:cNvPr>
          <p:cNvSpPr>
            <a:spLocks xmlns:a="http://schemas.openxmlformats.org/drawingml/2006/main" noGrp="1"/>
          </p:cNvSpPr>
          <p:nvPr/>
        </p:nvSpPr>
        <p:spPr>
          <a:xfrm xmlns:a="http://schemas.openxmlformats.org/drawingml/2006/main">
            <a:off x="11982450" y="0"/>
            <a:ext cx="209550" cy="6858000"/>
          </a:xfrm>
          <a:prstGeom xmlns:a="http://schemas.openxmlformats.org/drawingml/2006/main" prst="rect">
            <a:avLst/>
          </a:prstGeom>
          <a:solidFill xmlns:a="http://schemas.openxmlformats.org/drawingml/2006/main">
            <a:srgbClr val="CBEADF"/>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9AB22FB3-EAD3-4A25-A0F3-41067A712591}"/>
              </a:ext>
            </a:extLst>
          </p:cNvPr>
          <p:cNvSpPr>
            <a:spLocks xmlns:a="http://schemas.openxmlformats.org/drawingml/2006/main" noGrp="1"/>
          </p:cNvSpPr>
          <p:nvPr/>
        </p:nvSpPr>
        <p:spPr>
          <a:xfrm xmlns:a="http://schemas.openxmlformats.org/drawingml/2006/main">
            <a:off x="0" y="6076950"/>
            <a:ext cx="12192000" cy="781050"/>
          </a:xfrm>
          <a:prstGeom xmlns:a="http://schemas.openxmlformats.org/drawingml/2006/main" prst="rect">
            <a:avLst/>
          </a:prstGeom>
          <a:solidFill xmlns:a="http://schemas.openxmlformats.org/drawingml/2006/main">
            <a:srgbClr val="CFEADF"/>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EE24975B-0FE4-4961-947C-935AE4075ED8}"/>
              </a:ext>
            </a:extLst>
          </p:cNvPr>
          <p:cNvSpPr>
            <a:spLocks xmlns:a="http://schemas.openxmlformats.org/drawingml/2006/main" noGrp="1"/>
          </p:cNvSpPr>
          <p:nvPr/>
        </p:nvSpPr>
        <p:spPr>
          <a:xfrm xmlns:a="http://schemas.openxmlformats.org/drawingml/2006/main">
            <a:off x="685800" y="781050"/>
            <a:ext cx="838200" cy="9525"/>
          </a:xfrm>
          <a:prstGeom xmlns:a="http://schemas.openxmlformats.org/drawingml/2006/main" prst="rect">
            <a:avLst/>
          </a:prstGeom>
          <a:solidFill xmlns:a="http://schemas.openxmlformats.org/drawingml/2006/main">
            <a:srgbClr val="6FCFAD">
              <a:alpha val="40000"/>
            </a:srgbClr>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32F72432-B3AB-4AC5-9C4E-9E784FA3409E}"/>
              </a:ext>
            </a:extLst>
          </p:cNvPr>
          <p:cNvSpPr>
            <a:spLocks xmlns:a="http://schemas.openxmlformats.org/drawingml/2006/main" noGrp="1"/>
          </p:cNvSpPr>
          <p:nvPr/>
        </p:nvSpPr>
        <p:spPr>
          <a:xfrm xmlns:a="http://schemas.openxmlformats.org/drawingml/2006/main">
            <a:off x="2114550" y="895350"/>
            <a:ext cx="838200" cy="9525"/>
          </a:xfrm>
          <a:prstGeom xmlns:a="http://schemas.openxmlformats.org/drawingml/2006/main" prst="rect">
            <a:avLst/>
          </a:prstGeom>
          <a:solidFill xmlns:a="http://schemas.openxmlformats.org/drawingml/2006/main">
            <a:srgbClr val="6FCFAD">
              <a:alpha val="40000"/>
            </a:srgbClr>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2469C717-5BDB-4B8D-8557-57D9DF3883F0}"/>
              </a:ext>
            </a:extLst>
          </p:cNvPr>
          <p:cNvSpPr>
            <a:spLocks xmlns:a="http://schemas.openxmlformats.org/drawingml/2006/main" noGrp="1"/>
          </p:cNvSpPr>
          <p:nvPr/>
        </p:nvSpPr>
        <p:spPr>
          <a:xfrm xmlns:a="http://schemas.openxmlformats.org/drawingml/2006/main">
            <a:off x="3543300" y="1009650"/>
            <a:ext cx="838200" cy="9525"/>
          </a:xfrm>
          <a:prstGeom xmlns:a="http://schemas.openxmlformats.org/drawingml/2006/main" prst="rect">
            <a:avLst/>
          </a:prstGeom>
          <a:solidFill xmlns:a="http://schemas.openxmlformats.org/drawingml/2006/main">
            <a:srgbClr val="6FCFAD">
              <a:alpha val="40000"/>
            </a:srgbClr>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E914E23F-AD7F-4F7C-B16F-C57F1458A762}"/>
              </a:ext>
            </a:extLst>
          </p:cNvPr>
          <p:cNvSpPr>
            <a:spLocks xmlns:a="http://schemas.openxmlformats.org/drawingml/2006/main" noGrp="1"/>
          </p:cNvSpPr>
          <p:nvPr/>
        </p:nvSpPr>
        <p:spPr>
          <a:xfrm xmlns:a="http://schemas.openxmlformats.org/drawingml/2006/main">
            <a:off x="4972050" y="1123950"/>
            <a:ext cx="838200" cy="9525"/>
          </a:xfrm>
          <a:prstGeom xmlns:a="http://schemas.openxmlformats.org/drawingml/2006/main" prst="rect">
            <a:avLst/>
          </a:prstGeom>
          <a:solidFill xmlns:a="http://schemas.openxmlformats.org/drawingml/2006/main">
            <a:srgbClr val="6FCFAD">
              <a:alpha val="40000"/>
            </a:srgbClr>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6114C443-EB2E-471A-920F-250275119044}"/>
              </a:ext>
            </a:extLst>
          </p:cNvPr>
          <p:cNvSpPr>
            <a:spLocks xmlns:a="http://schemas.openxmlformats.org/drawingml/2006/main" noGrp="1"/>
          </p:cNvSpPr>
          <p:nvPr/>
        </p:nvSpPr>
        <p:spPr>
          <a:xfrm xmlns:a="http://schemas.openxmlformats.org/drawingml/2006/main">
            <a:off x="6400800" y="1238250"/>
            <a:ext cx="838200" cy="9525"/>
          </a:xfrm>
          <a:prstGeom xmlns:a="http://schemas.openxmlformats.org/drawingml/2006/main" prst="rect">
            <a:avLst/>
          </a:prstGeom>
          <a:solidFill xmlns:a="http://schemas.openxmlformats.org/drawingml/2006/main">
            <a:srgbClr val="6FCFAD">
              <a:alpha val="40000"/>
            </a:srgbClr>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43F71D9C-70B0-4903-A3C6-F708EF88BFA4}"/>
              </a:ext>
            </a:extLst>
          </p:cNvPr>
          <p:cNvSpPr>
            <a:spLocks xmlns:a="http://schemas.openxmlformats.org/drawingml/2006/main" noGrp="1"/>
          </p:cNvSpPr>
          <p:nvPr/>
        </p:nvSpPr>
        <p:spPr>
          <a:xfrm xmlns:a="http://schemas.openxmlformats.org/drawingml/2006/main">
            <a:off x="7829550" y="1352550"/>
            <a:ext cx="838200" cy="9525"/>
          </a:xfrm>
          <a:prstGeom xmlns:a="http://schemas.openxmlformats.org/drawingml/2006/main" prst="rect">
            <a:avLst/>
          </a:prstGeom>
          <a:solidFill xmlns:a="http://schemas.openxmlformats.org/drawingml/2006/main">
            <a:srgbClr val="6FCFAD">
              <a:alpha val="40000"/>
            </a:srgbClr>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A34F6DCF-794D-4692-9E3A-00F6F25858D7}"/>
              </a:ext>
            </a:extLst>
          </p:cNvPr>
          <p:cNvSpPr>
            <a:spLocks xmlns:a="http://schemas.openxmlformats.org/drawingml/2006/main" noGrp="1"/>
          </p:cNvSpPr>
          <p:nvPr/>
        </p:nvSpPr>
        <p:spPr>
          <a:xfrm xmlns:a="http://schemas.openxmlformats.org/drawingml/2006/main">
            <a:off x="9258300" y="1466850"/>
            <a:ext cx="838200" cy="9525"/>
          </a:xfrm>
          <a:prstGeom xmlns:a="http://schemas.openxmlformats.org/drawingml/2006/main" prst="rect">
            <a:avLst/>
          </a:prstGeom>
          <a:solidFill xmlns:a="http://schemas.openxmlformats.org/drawingml/2006/main">
            <a:srgbClr val="6FCFAD">
              <a:alpha val="40000"/>
            </a:srgbClr>
          </a:solidFill>
          <a:ln xmlns:a="http://schemas.openxmlformats.org/drawingml/2006/main" w="0">
            <a:solidFill>
              <a:srgbClr val="000000">
                <a:alpha val="0"/>
              </a:srgbClr>
            </a:solidFill>
            <a:prstDash val="solid"/>
          </a:ln>
        </p:spPr>
      </p:sp>
      <p:sp>
        <p:nvSpPr>
          <p:cNvPr id="12" name="kicker-4-marker">
            <a:extLst xmlns:a="http://schemas.openxmlformats.org/drawingml/2006/main">
              <a:ext uri="{FF2B5EF4-FFF2-40B4-BE49-F238E27FC236}">
                <a16:creationId xmlns:a16="http://schemas.microsoft.com/office/drawing/2014/main" id="{141C27C1-42A6-4D39-AA35-F27728DFEA52}"/>
              </a:ext>
            </a:extLst>
          </p:cNvPr>
          <p:cNvSpPr>
            <a:spLocks xmlns:a="http://schemas.openxmlformats.org/drawingml/2006/main" noGrp="1"/>
          </p:cNvSpPr>
          <p:nvPr/>
        </p:nvSpPr>
        <p:spPr>
          <a:xfrm xmlns:a="http://schemas.openxmlformats.org/drawingml/2006/main">
            <a:off x="590550" y="514350"/>
            <a:ext cx="85725" cy="85725"/>
          </a:xfrm>
          <a:prstGeom xmlns:a="http://schemas.openxmlformats.org/drawingml/2006/main" prst="rect">
            <a:avLst/>
          </a:prstGeom>
          <a:solidFill xmlns:a="http://schemas.openxmlformats.org/drawingml/2006/main">
            <a:srgbClr val="059669"/>
          </a:solidFill>
          <a:ln xmlns:a="http://schemas.openxmlformats.org/drawingml/2006/main" w="0">
            <a:solidFill>
              <a:srgbClr val="000000">
                <a:alpha val="0"/>
              </a:srgbClr>
            </a:solidFill>
            <a:prstDash val="solid"/>
          </a:ln>
        </p:spPr>
      </p:sp>
      <p:sp>
        <p:nvSpPr>
          <p:cNvPr id="13" name="kicker-4-label">
            <a:extLst xmlns:a="http://schemas.openxmlformats.org/drawingml/2006/main">
              <a:ext uri="{FF2B5EF4-FFF2-40B4-BE49-F238E27FC236}">
                <a16:creationId xmlns:a16="http://schemas.microsoft.com/office/drawing/2014/main" id="{492B7FE4-941C-4195-9637-5FCA5C1131E4}"/>
              </a:ext>
            </a:extLst>
          </p:cNvPr>
          <p:cNvSpPr>
            <a:spLocks xmlns:a="http://schemas.openxmlformats.org/drawingml/2006/main" noGrp="1"/>
          </p:cNvSpPr>
          <p:nvPr/>
        </p:nvSpPr>
        <p:spPr>
          <a:xfrm xmlns:a="http://schemas.openxmlformats.org/drawingml/2006/main">
            <a:off x="781050" y="457200"/>
            <a:ext cx="4000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88" b="1">
                <a:solidFill>
                  <a:srgbClr val="0F766E"/>
                </a:solidFill>
                <a:latin typeface="Segoe UI"/>
                <a:ea typeface="Segoe UI"/>
                <a:cs typeface="Segoe UI"/>
              </a:defRPr>
            </a:pPr>
            <a:r>
              <a:rPr sz="788" b="1">
                <a:solidFill>
                  <a:srgbClr val="0F766E"/>
                </a:solidFill>
                <a:latin typeface="Segoe UI"/>
                <a:ea typeface="Segoe UI"/>
                <a:cs typeface="Segoe UI"/>
              </a:rPr>
              <a:t>CÔNG NGHỆ</a:t>
            </a:r>
          </a:p>
        </p:txBody>
      </p:sp>
      <p:sp>
        <p:nvSpPr>
          <p:cNvPr id="14" name="">
            <a:extLst xmlns:a="http://schemas.openxmlformats.org/drawingml/2006/main">
              <a:ext uri="{FF2B5EF4-FFF2-40B4-BE49-F238E27FC236}">
                <a16:creationId xmlns:a16="http://schemas.microsoft.com/office/drawing/2014/main" id="{18721C33-D7BF-4FBB-B3F0-616D726241DF}"/>
              </a:ext>
            </a:extLst>
          </p:cNvPr>
          <p:cNvSpPr>
            <a:spLocks xmlns:a="http://schemas.openxmlformats.org/drawingml/2006/main" noGrp="1"/>
          </p:cNvSpPr>
          <p:nvPr/>
        </p:nvSpPr>
        <p:spPr>
          <a:xfrm xmlns:a="http://schemas.openxmlformats.org/drawingml/2006/main">
            <a:off x="590550" y="819150"/>
            <a:ext cx="685800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625" b="1">
                <a:solidFill>
                  <a:srgbClr val="0F2F3A"/>
                </a:solidFill>
                <a:latin typeface="Segoe UI"/>
                <a:ea typeface="Segoe UI"/>
                <a:cs typeface="Segoe UI"/>
              </a:defRPr>
            </a:pPr>
            <a:r>
              <a:rPr sz="2625" b="1">
                <a:solidFill>
                  <a:srgbClr val="0F2F3A"/>
                </a:solidFill>
                <a:latin typeface="Segoe UI"/>
                <a:ea typeface="Segoe UI"/>
                <a:cs typeface="Segoe UI"/>
              </a:rPr>
              <a:t>Modern Monolith giữ ứng dụng nhanh, mã hóa sâu và dễ đóng gói offline.</a:t>
            </a:r>
          </a:p>
        </p:txBody>
      </p:sp>
      <p:sp>
        <p:nvSpPr>
          <p:cNvPr id="15" name="">
            <a:extLst xmlns:a="http://schemas.openxmlformats.org/drawingml/2006/main">
              <a:ext uri="{FF2B5EF4-FFF2-40B4-BE49-F238E27FC236}">
                <a16:creationId xmlns:a16="http://schemas.microsoft.com/office/drawing/2014/main" id="{076CFF3D-688C-401A-8077-7496571BCABE}"/>
              </a:ext>
            </a:extLst>
          </p:cNvPr>
          <p:cNvSpPr>
            <a:spLocks xmlns:a="http://schemas.openxmlformats.org/drawingml/2006/main" noGrp="1"/>
          </p:cNvSpPr>
          <p:nvPr/>
        </p:nvSpPr>
        <p:spPr>
          <a:xfrm xmlns:a="http://schemas.openxmlformats.org/drawingml/2006/main">
            <a:off x="609600" y="1695450"/>
            <a:ext cx="56197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B6B73"/>
                </a:solidFill>
                <a:latin typeface="Segoe UI"/>
                <a:ea typeface="Segoe UI"/>
                <a:cs typeface="Segoe UI"/>
              </a:defRPr>
            </a:pPr>
            <a:r>
              <a:rPr sz="1050" b="0">
                <a:solidFill>
                  <a:srgbClr val="5B6B73"/>
                </a:solidFill>
                <a:latin typeface="Segoe UI"/>
                <a:ea typeface="Segoe UI"/>
                <a:cs typeface="Segoe UI"/>
              </a:rPr>
              <a:t>Frontend-backend phân tách rõ nhưng cùng chạy trong một tiến trình Uvicorn, phù hợp môi trường localhost/LAN khép kín.</a:t>
            </a:r>
          </a:p>
        </p:txBody>
      </p:sp>
      <p:sp>
        <p:nvSpPr>
          <p:cNvPr id="16" name="">
            <a:extLst xmlns:a="http://schemas.openxmlformats.org/drawingml/2006/main">
              <a:ext uri="{FF2B5EF4-FFF2-40B4-BE49-F238E27FC236}">
                <a16:creationId xmlns:a16="http://schemas.microsoft.com/office/drawing/2014/main" id="{4B830416-52C8-4930-83BC-97850CA6B641}"/>
              </a:ext>
            </a:extLst>
          </p:cNvPr>
          <p:cNvSpPr>
            <a:spLocks xmlns:a="http://schemas.openxmlformats.org/drawingml/2006/main" noGrp="1"/>
          </p:cNvSpPr>
          <p:nvPr/>
        </p:nvSpPr>
        <p:spPr>
          <a:xfrm xmlns:a="http://schemas.openxmlformats.org/drawingml/2006/main">
            <a:off x="914400" y="2667000"/>
            <a:ext cx="2266950" cy="2038350"/>
          </a:xfrm>
          <a:prstGeom xmlns:a="http://schemas.openxmlformats.org/drawingml/2006/main" prst="rect">
            <a:avLst/>
          </a:prstGeom>
          <a:solidFill xmlns:a="http://schemas.openxmlformats.org/drawingml/2006/main">
            <a:srgbClr val="0F766E">
              <a:alpha val="12549"/>
            </a:srgbClr>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AC994112-857C-482A-BCA0-7E98EF67B736}"/>
              </a:ext>
            </a:extLst>
          </p:cNvPr>
          <p:cNvSpPr>
            <a:spLocks xmlns:a="http://schemas.openxmlformats.org/drawingml/2006/main" noGrp="1"/>
          </p:cNvSpPr>
          <p:nvPr/>
        </p:nvSpPr>
        <p:spPr>
          <a:xfrm xmlns:a="http://schemas.openxmlformats.org/drawingml/2006/main">
            <a:off x="838200" y="2571750"/>
            <a:ext cx="2266950" cy="2038350"/>
          </a:xfrm>
          <a:prstGeom xmlns:a="http://schemas.openxmlformats.org/drawingml/2006/main" prst="rect">
            <a:avLst/>
          </a:prstGeom>
          <a:solidFill xmlns:a="http://schemas.openxmlformats.org/drawingml/2006/main">
            <a:srgbClr val="FFFFFF">
              <a:alpha val="90196"/>
            </a:srgbClr>
          </a:solidFill>
          <a:ln xmlns:a="http://schemas.openxmlformats.org/drawingml/2006/main" w="9525">
            <a:solidFill>
              <a:srgbClr val="FFFFFF"/>
            </a:solid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db253894b972441d">
            <a:extLst>
              <a:ext uri="{96DAC541-7B7A-43D3-8B79-37D633B846F1}">
                <asvg:svgBlip xmlns:asvg="http://schemas.microsoft.com/office/drawing/2016/SVG/main" r:embed="R26056ae9605c4452"/>
              </a:ext>
            </a:extLst>
          </a:blip>
          <a:stretch xmlns:a="http://schemas.openxmlformats.org/drawingml/2006/main"/>
        </p:blipFill>
        <p:spPr>
          <a:xfrm xmlns:a="http://schemas.openxmlformats.org/drawingml/2006/main">
            <a:off x="1028700" y="2781300"/>
            <a:ext cx="323850" cy="323850"/>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5D04F0E0-F319-42EE-AE5E-58418B671BAD}"/>
              </a:ext>
            </a:extLst>
          </p:cNvPr>
          <p:cNvSpPr>
            <a:spLocks xmlns:a="http://schemas.openxmlformats.org/drawingml/2006/main" noGrp="1"/>
          </p:cNvSpPr>
          <p:nvPr/>
        </p:nvSpPr>
        <p:spPr>
          <a:xfrm xmlns:a="http://schemas.openxmlformats.org/drawingml/2006/main">
            <a:off x="1466850" y="2800350"/>
            <a:ext cx="1371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0F2F3A"/>
                </a:solidFill>
                <a:latin typeface="Segoe UI"/>
                <a:ea typeface="Segoe UI"/>
                <a:cs typeface="Segoe UI"/>
              </a:defRPr>
            </a:pPr>
            <a:r>
              <a:rPr sz="1275" b="1">
                <a:solidFill>
                  <a:srgbClr val="0F2F3A"/>
                </a:solidFill>
                <a:latin typeface="Segoe UI"/>
                <a:ea typeface="Segoe UI"/>
                <a:cs typeface="Segoe UI"/>
              </a:rPr>
              <a:t>Frontend</a:t>
            </a:r>
          </a:p>
        </p:txBody>
      </p:sp>
      <p:sp>
        <p:nvSpPr>
          <p:cNvPr id="20" name="">
            <a:extLst xmlns:a="http://schemas.openxmlformats.org/drawingml/2006/main">
              <a:ext uri="{FF2B5EF4-FFF2-40B4-BE49-F238E27FC236}">
                <a16:creationId xmlns:a16="http://schemas.microsoft.com/office/drawing/2014/main" id="{850F8096-8BEC-45BC-A53A-8827C8BEF012}"/>
              </a:ext>
            </a:extLst>
          </p:cNvPr>
          <p:cNvSpPr>
            <a:spLocks xmlns:a="http://schemas.openxmlformats.org/drawingml/2006/main" noGrp="1"/>
          </p:cNvSpPr>
          <p:nvPr/>
        </p:nvSpPr>
        <p:spPr>
          <a:xfrm xmlns:a="http://schemas.openxmlformats.org/drawingml/2006/main">
            <a:off x="1066800" y="3295650"/>
            <a:ext cx="179070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B6B73"/>
                </a:solidFill>
                <a:latin typeface="Segoe UI"/>
                <a:ea typeface="Segoe UI"/>
                <a:cs typeface="Segoe UI"/>
              </a:defRPr>
            </a:pPr>
            <a:r>
              <a:rPr sz="975" b="0">
                <a:solidFill>
                  <a:srgbClr val="5B6B73"/>
                </a:solidFill>
                <a:latin typeface="Segoe UI"/>
                <a:ea typeface="Segoe UI"/>
                <a:cs typeface="Segoe UI"/>
              </a:rPr>
              <a:t>HTML + Tailwind CLI</a:t>
            </a:r>
          </a:p>
          <a:p xmlns:a="http://schemas.openxmlformats.org/drawingml/2006/main">
            <a:pPr algn="l">
              <a:defRPr sz="975" b="0">
                <a:solidFill>
                  <a:srgbClr val="5B6B73"/>
                </a:solidFill>
                <a:latin typeface="Segoe UI"/>
                <a:ea typeface="Segoe UI"/>
                <a:cs typeface="Segoe UI"/>
              </a:defRPr>
            </a:pPr>
            <a:r>
              <a:rPr sz="975" b="0">
                <a:solidFill>
                  <a:srgbClr val="5B6B73"/>
                </a:solidFill>
                <a:latin typeface="Segoe UI"/>
                <a:ea typeface="Segoe UI"/>
                <a:cs typeface="Segoe UI"/>
              </a:rPr>
              <a:t>HTMX partial reload</a:t>
            </a:r>
          </a:p>
          <a:p xmlns:a="http://schemas.openxmlformats.org/drawingml/2006/main">
            <a:pPr algn="l">
              <a:defRPr sz="975" b="0">
                <a:solidFill>
                  <a:srgbClr val="5B6B73"/>
                </a:solidFill>
                <a:latin typeface="Segoe UI"/>
                <a:ea typeface="Segoe UI"/>
                <a:cs typeface="Segoe UI"/>
              </a:defRPr>
            </a:pPr>
            <a:r>
              <a:rPr sz="975" b="0">
                <a:solidFill>
                  <a:srgbClr val="5B6B73"/>
                </a:solidFill>
                <a:latin typeface="Segoe UI"/>
                <a:ea typeface="Segoe UI"/>
                <a:cs typeface="Segoe UI"/>
              </a:rPr>
              <a:t>Alpine.js modal/state</a:t>
            </a:r>
          </a:p>
          <a:p xmlns:a="http://schemas.openxmlformats.org/drawingml/2006/main">
            <a:pPr algn="l">
              <a:defRPr sz="975" b="0">
                <a:solidFill>
                  <a:srgbClr val="5B6B73"/>
                </a:solidFill>
                <a:latin typeface="Segoe UI"/>
                <a:ea typeface="Segoe UI"/>
                <a:cs typeface="Segoe UI"/>
              </a:defRPr>
            </a:pPr>
            <a:r>
              <a:rPr sz="975" b="0">
                <a:solidFill>
                  <a:srgbClr val="5B6B73"/>
                </a:solidFill>
                <a:latin typeface="Segoe UI"/>
                <a:ea typeface="Segoe UI"/>
                <a:cs typeface="Segoe UI"/>
              </a:rPr>
              <a:t>ECharts dashboard</a:t>
            </a:r>
          </a:p>
        </p:txBody>
      </p:sp>
      <p:sp>
        <p:nvSpPr>
          <p:cNvPr id="21" name="">
            <a:extLst xmlns:a="http://schemas.openxmlformats.org/drawingml/2006/main">
              <a:ext uri="{FF2B5EF4-FFF2-40B4-BE49-F238E27FC236}">
                <a16:creationId xmlns:a16="http://schemas.microsoft.com/office/drawing/2014/main" id="{0B44A883-E607-437A-8C11-95AB0BB744DA}"/>
              </a:ext>
            </a:extLst>
          </p:cNvPr>
          <p:cNvSpPr>
            <a:spLocks xmlns:a="http://schemas.openxmlformats.org/drawingml/2006/main" noGrp="1"/>
          </p:cNvSpPr>
          <p:nvPr/>
        </p:nvSpPr>
        <p:spPr>
          <a:xfrm xmlns:a="http://schemas.openxmlformats.org/drawingml/2006/main">
            <a:off x="1066800" y="4343400"/>
            <a:ext cx="704850" cy="38100"/>
          </a:xfrm>
          <a:prstGeom xmlns:a="http://schemas.openxmlformats.org/drawingml/2006/main" prst="rect">
            <a:avLst/>
          </a:prstGeom>
          <a:solidFill xmlns:a="http://schemas.openxmlformats.org/drawingml/2006/main">
            <a:srgbClr val="0891B2"/>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DF994B4D-ACA0-490E-AD64-2054AE7B60F0}"/>
              </a:ext>
            </a:extLst>
          </p:cNvPr>
          <p:cNvSpPr>
            <a:spLocks xmlns:a="http://schemas.openxmlformats.org/drawingml/2006/main" noGrp="1"/>
          </p:cNvSpPr>
          <p:nvPr/>
        </p:nvSpPr>
        <p:spPr>
          <a:xfrm xmlns:a="http://schemas.openxmlformats.org/drawingml/2006/main">
            <a:off x="3638550" y="2667000"/>
            <a:ext cx="2266950" cy="2038350"/>
          </a:xfrm>
          <a:prstGeom xmlns:a="http://schemas.openxmlformats.org/drawingml/2006/main" prst="rect">
            <a:avLst/>
          </a:prstGeom>
          <a:solidFill xmlns:a="http://schemas.openxmlformats.org/drawingml/2006/main">
            <a:srgbClr val="0F766E">
              <a:alpha val="12549"/>
            </a:srgbClr>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907D09F2-CDFA-42D5-9C3B-A65A48E679BB}"/>
              </a:ext>
            </a:extLst>
          </p:cNvPr>
          <p:cNvSpPr>
            <a:spLocks xmlns:a="http://schemas.openxmlformats.org/drawingml/2006/main" noGrp="1"/>
          </p:cNvSpPr>
          <p:nvPr/>
        </p:nvSpPr>
        <p:spPr>
          <a:xfrm xmlns:a="http://schemas.openxmlformats.org/drawingml/2006/main">
            <a:off x="3562350" y="2571750"/>
            <a:ext cx="2266950" cy="2038350"/>
          </a:xfrm>
          <a:prstGeom xmlns:a="http://schemas.openxmlformats.org/drawingml/2006/main" prst="rect">
            <a:avLst/>
          </a:prstGeom>
          <a:solidFill xmlns:a="http://schemas.openxmlformats.org/drawingml/2006/main">
            <a:srgbClr val="FFFFFF">
              <a:alpha val="90196"/>
            </a:srgbClr>
          </a:solidFill>
          <a:ln xmlns:a="http://schemas.openxmlformats.org/drawingml/2006/main" w="9525">
            <a:solidFill>
              <a:srgbClr val="FFFFFF"/>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a3d6b213b82c4eae">
            <a:extLst>
              <a:ext uri="{96DAC541-7B7A-43D3-8B79-37D633B846F1}">
                <asvg:svgBlip xmlns:asvg="http://schemas.microsoft.com/office/drawing/2016/SVG/main" r:embed="R493f227eb8dc4863"/>
              </a:ext>
            </a:extLst>
          </a:blip>
          <a:stretch xmlns:a="http://schemas.openxmlformats.org/drawingml/2006/main"/>
        </p:blipFill>
        <p:spPr>
          <a:xfrm xmlns:a="http://schemas.openxmlformats.org/drawingml/2006/main">
            <a:off x="3752850" y="2781300"/>
            <a:ext cx="323850" cy="323850"/>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FB6E4C37-F3E1-4AD9-89F7-36B2F0C026E6}"/>
              </a:ext>
            </a:extLst>
          </p:cNvPr>
          <p:cNvSpPr>
            <a:spLocks xmlns:a="http://schemas.openxmlformats.org/drawingml/2006/main" noGrp="1"/>
          </p:cNvSpPr>
          <p:nvPr/>
        </p:nvSpPr>
        <p:spPr>
          <a:xfrm xmlns:a="http://schemas.openxmlformats.org/drawingml/2006/main">
            <a:off x="4191000" y="2800350"/>
            <a:ext cx="1371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0F2F3A"/>
                </a:solidFill>
                <a:latin typeface="Segoe UI"/>
                <a:ea typeface="Segoe UI"/>
                <a:cs typeface="Segoe UI"/>
              </a:defRPr>
            </a:pPr>
            <a:r>
              <a:rPr sz="1275" b="1">
                <a:solidFill>
                  <a:srgbClr val="0F2F3A"/>
                </a:solidFill>
                <a:latin typeface="Segoe UI"/>
                <a:ea typeface="Segoe UI"/>
                <a:cs typeface="Segoe UI"/>
              </a:rPr>
              <a:t>Backend</a:t>
            </a:r>
          </a:p>
        </p:txBody>
      </p:sp>
      <p:sp>
        <p:nvSpPr>
          <p:cNvPr id="26" name="">
            <a:extLst xmlns:a="http://schemas.openxmlformats.org/drawingml/2006/main">
              <a:ext uri="{FF2B5EF4-FFF2-40B4-BE49-F238E27FC236}">
                <a16:creationId xmlns:a16="http://schemas.microsoft.com/office/drawing/2014/main" id="{142DFB15-C8AA-4382-A70D-74996C112D1E}"/>
              </a:ext>
            </a:extLst>
          </p:cNvPr>
          <p:cNvSpPr>
            <a:spLocks xmlns:a="http://schemas.openxmlformats.org/drawingml/2006/main" noGrp="1"/>
          </p:cNvSpPr>
          <p:nvPr/>
        </p:nvSpPr>
        <p:spPr>
          <a:xfrm xmlns:a="http://schemas.openxmlformats.org/drawingml/2006/main">
            <a:off x="3790950" y="3295650"/>
            <a:ext cx="179070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B6B73"/>
                </a:solidFill>
                <a:latin typeface="Segoe UI"/>
                <a:ea typeface="Segoe UI"/>
                <a:cs typeface="Segoe UI"/>
              </a:defRPr>
            </a:pPr>
            <a:r>
              <a:rPr sz="975" b="0">
                <a:solidFill>
                  <a:srgbClr val="5B6B73"/>
                </a:solidFill>
                <a:latin typeface="Segoe UI"/>
                <a:ea typeface="Segoe UI"/>
                <a:cs typeface="Segoe UI"/>
              </a:rPr>
              <a:t>FastAPI + Uvicorn</a:t>
            </a:r>
          </a:p>
          <a:p xmlns:a="http://schemas.openxmlformats.org/drawingml/2006/main">
            <a:pPr algn="l">
              <a:defRPr sz="975" b="0">
                <a:solidFill>
                  <a:srgbClr val="5B6B73"/>
                </a:solidFill>
                <a:latin typeface="Segoe UI"/>
                <a:ea typeface="Segoe UI"/>
                <a:cs typeface="Segoe UI"/>
              </a:defRPr>
            </a:pPr>
            <a:r>
              <a:rPr sz="975" b="0">
                <a:solidFill>
                  <a:srgbClr val="5B6B73"/>
                </a:solidFill>
                <a:latin typeface="Segoe UI"/>
                <a:ea typeface="Segoe UI"/>
                <a:cs typeface="Segoe UI"/>
              </a:rPr>
              <a:t>Jinja2 templates</a:t>
            </a:r>
          </a:p>
          <a:p xmlns:a="http://schemas.openxmlformats.org/drawingml/2006/main">
            <a:pPr algn="l">
              <a:defRPr sz="975" b="0">
                <a:solidFill>
                  <a:srgbClr val="5B6B73"/>
                </a:solidFill>
                <a:latin typeface="Segoe UI"/>
                <a:ea typeface="Segoe UI"/>
                <a:cs typeface="Segoe UI"/>
              </a:defRPr>
            </a:pPr>
            <a:r>
              <a:rPr sz="975" b="0">
                <a:solidFill>
                  <a:srgbClr val="5B6B73"/>
                </a:solidFill>
                <a:latin typeface="Segoe UI"/>
                <a:ea typeface="Segoe UI"/>
                <a:cs typeface="Segoe UI"/>
              </a:rPr>
              <a:t>Pydantic schemas</a:t>
            </a:r>
          </a:p>
          <a:p xmlns:a="http://schemas.openxmlformats.org/drawingml/2006/main">
            <a:pPr algn="l">
              <a:defRPr sz="975" b="0">
                <a:solidFill>
                  <a:srgbClr val="5B6B73"/>
                </a:solidFill>
                <a:latin typeface="Segoe UI"/>
                <a:ea typeface="Segoe UI"/>
                <a:cs typeface="Segoe UI"/>
              </a:defRPr>
            </a:pPr>
            <a:r>
              <a:rPr sz="975" b="0">
                <a:solidFill>
                  <a:srgbClr val="5B6B73"/>
                </a:solidFill>
                <a:latin typeface="Segoe UI"/>
                <a:ea typeface="Segoe UI"/>
                <a:cs typeface="Segoe UI"/>
              </a:rPr>
              <a:t>SQLAlchemy 2.x</a:t>
            </a:r>
          </a:p>
        </p:txBody>
      </p:sp>
      <p:sp>
        <p:nvSpPr>
          <p:cNvPr id="27" name="">
            <a:extLst xmlns:a="http://schemas.openxmlformats.org/drawingml/2006/main">
              <a:ext uri="{FF2B5EF4-FFF2-40B4-BE49-F238E27FC236}">
                <a16:creationId xmlns:a16="http://schemas.microsoft.com/office/drawing/2014/main" id="{FB368755-39D2-41D1-93E2-E797E62B7047}"/>
              </a:ext>
            </a:extLst>
          </p:cNvPr>
          <p:cNvSpPr>
            <a:spLocks xmlns:a="http://schemas.openxmlformats.org/drawingml/2006/main" noGrp="1"/>
          </p:cNvSpPr>
          <p:nvPr/>
        </p:nvSpPr>
        <p:spPr>
          <a:xfrm xmlns:a="http://schemas.openxmlformats.org/drawingml/2006/main">
            <a:off x="3790950" y="4343400"/>
            <a:ext cx="704850" cy="38100"/>
          </a:xfrm>
          <a:prstGeom xmlns:a="http://schemas.openxmlformats.org/drawingml/2006/main" prst="rect">
            <a:avLst/>
          </a:prstGeom>
          <a:solidFill xmlns:a="http://schemas.openxmlformats.org/drawingml/2006/main">
            <a:srgbClr val="075985"/>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6D7DE838-1695-47C0-97A0-971492E108C5}"/>
              </a:ext>
            </a:extLst>
          </p:cNvPr>
          <p:cNvSpPr>
            <a:spLocks xmlns:a="http://schemas.openxmlformats.org/drawingml/2006/main" noGrp="1"/>
          </p:cNvSpPr>
          <p:nvPr/>
        </p:nvSpPr>
        <p:spPr>
          <a:xfrm xmlns:a="http://schemas.openxmlformats.org/drawingml/2006/main">
            <a:off x="6362700" y="2667000"/>
            <a:ext cx="2266950" cy="2038350"/>
          </a:xfrm>
          <a:prstGeom xmlns:a="http://schemas.openxmlformats.org/drawingml/2006/main" prst="rect">
            <a:avLst/>
          </a:prstGeom>
          <a:solidFill xmlns:a="http://schemas.openxmlformats.org/drawingml/2006/main">
            <a:srgbClr val="0F766E">
              <a:alpha val="12549"/>
            </a:srgbClr>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134993BD-66FE-40D1-922D-EE7F94734E25}"/>
              </a:ext>
            </a:extLst>
          </p:cNvPr>
          <p:cNvSpPr>
            <a:spLocks xmlns:a="http://schemas.openxmlformats.org/drawingml/2006/main" noGrp="1"/>
          </p:cNvSpPr>
          <p:nvPr/>
        </p:nvSpPr>
        <p:spPr>
          <a:xfrm xmlns:a="http://schemas.openxmlformats.org/drawingml/2006/main">
            <a:off x="6286500" y="2571750"/>
            <a:ext cx="2266950" cy="2038350"/>
          </a:xfrm>
          <a:prstGeom xmlns:a="http://schemas.openxmlformats.org/drawingml/2006/main" prst="rect">
            <a:avLst/>
          </a:prstGeom>
          <a:solidFill xmlns:a="http://schemas.openxmlformats.org/drawingml/2006/main">
            <a:srgbClr val="E7FBF1"/>
          </a:solidFill>
          <a:ln xmlns:a="http://schemas.openxmlformats.org/drawingml/2006/main" w="9525">
            <a:solidFill>
              <a:srgbClr val="FFFFFF"/>
            </a:solidFill>
            <a:prstDash val="solid"/>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1f8d30a0082b44c1">
            <a:extLst>
              <a:ext uri="{96DAC541-7B7A-43D3-8B79-37D633B846F1}">
                <asvg:svgBlip xmlns:asvg="http://schemas.microsoft.com/office/drawing/2016/SVG/main" r:embed="R344a459794f04dd0"/>
              </a:ext>
            </a:extLst>
          </a:blip>
          <a:stretch xmlns:a="http://schemas.openxmlformats.org/drawingml/2006/main"/>
        </p:blipFill>
        <p:spPr>
          <a:xfrm xmlns:a="http://schemas.openxmlformats.org/drawingml/2006/main">
            <a:off x="6477000" y="2781300"/>
            <a:ext cx="323850" cy="323850"/>
          </a:xfrm>
          <a:prstGeom xmlns:a="http://schemas.openxmlformats.org/drawingml/2006/main" prst="rect">
            <a:avLst/>
          </a:prstGeom>
        </p:spPr>
      </p:pic>
      <p:sp>
        <p:nvSpPr>
          <p:cNvPr id="31" name="">
            <a:extLst xmlns:a="http://schemas.openxmlformats.org/drawingml/2006/main">
              <a:ext uri="{FF2B5EF4-FFF2-40B4-BE49-F238E27FC236}">
                <a16:creationId xmlns:a16="http://schemas.microsoft.com/office/drawing/2014/main" id="{C5E37E19-635B-44A5-9FF6-BC16866896DF}"/>
              </a:ext>
            </a:extLst>
          </p:cNvPr>
          <p:cNvSpPr>
            <a:spLocks xmlns:a="http://schemas.openxmlformats.org/drawingml/2006/main" noGrp="1"/>
          </p:cNvSpPr>
          <p:nvPr/>
        </p:nvSpPr>
        <p:spPr>
          <a:xfrm xmlns:a="http://schemas.openxmlformats.org/drawingml/2006/main">
            <a:off x="6915150" y="2800350"/>
            <a:ext cx="1371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0F2F3A"/>
                </a:solidFill>
                <a:latin typeface="Segoe UI"/>
                <a:ea typeface="Segoe UI"/>
                <a:cs typeface="Segoe UI"/>
              </a:defRPr>
            </a:pPr>
            <a:r>
              <a:rPr sz="1275" b="1">
                <a:solidFill>
                  <a:srgbClr val="0F2F3A"/>
                </a:solidFill>
                <a:latin typeface="Segoe UI"/>
                <a:ea typeface="Segoe UI"/>
                <a:cs typeface="Segoe UI"/>
              </a:rPr>
              <a:t>Security</a:t>
            </a:r>
          </a:p>
        </p:txBody>
      </p:sp>
      <p:sp>
        <p:nvSpPr>
          <p:cNvPr id="32" name="">
            <a:extLst xmlns:a="http://schemas.openxmlformats.org/drawingml/2006/main">
              <a:ext uri="{FF2B5EF4-FFF2-40B4-BE49-F238E27FC236}">
                <a16:creationId xmlns:a16="http://schemas.microsoft.com/office/drawing/2014/main" id="{1CF63E0D-73F9-4D4B-AA21-70B3717296DB}"/>
              </a:ext>
            </a:extLst>
          </p:cNvPr>
          <p:cNvSpPr>
            <a:spLocks xmlns:a="http://schemas.openxmlformats.org/drawingml/2006/main" noGrp="1"/>
          </p:cNvSpPr>
          <p:nvPr/>
        </p:nvSpPr>
        <p:spPr>
          <a:xfrm xmlns:a="http://schemas.openxmlformats.org/drawingml/2006/main">
            <a:off x="6515100" y="3295650"/>
            <a:ext cx="179070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B6B73"/>
                </a:solidFill>
                <a:latin typeface="Segoe UI"/>
                <a:ea typeface="Segoe UI"/>
                <a:cs typeface="Segoe UI"/>
              </a:defRPr>
            </a:pPr>
            <a:r>
              <a:rPr sz="975" b="0">
                <a:solidFill>
                  <a:srgbClr val="5B6B73"/>
                </a:solidFill>
                <a:latin typeface="Segoe UI"/>
                <a:ea typeface="Segoe UI"/>
                <a:cs typeface="Segoe UI"/>
              </a:rPr>
              <a:t>SQLCipher AES-256</a:t>
            </a:r>
          </a:p>
          <a:p xmlns:a="http://schemas.openxmlformats.org/drawingml/2006/main">
            <a:pPr algn="l">
              <a:defRPr sz="975" b="0">
                <a:solidFill>
                  <a:srgbClr val="5B6B73"/>
                </a:solidFill>
                <a:latin typeface="Segoe UI"/>
                <a:ea typeface="Segoe UI"/>
                <a:cs typeface="Segoe UI"/>
              </a:defRPr>
            </a:pPr>
            <a:r>
              <a:rPr sz="975" b="0">
                <a:solidFill>
                  <a:srgbClr val="5B6B73"/>
                </a:solidFill>
                <a:latin typeface="Segoe UI"/>
                <a:ea typeface="Segoe UI"/>
                <a:cs typeface="Segoe UI"/>
              </a:rPr>
              <a:t>Windows Keyring</a:t>
            </a:r>
          </a:p>
          <a:p xmlns:a="http://schemas.openxmlformats.org/drawingml/2006/main">
            <a:pPr algn="l">
              <a:defRPr sz="975" b="0">
                <a:solidFill>
                  <a:srgbClr val="5B6B73"/>
                </a:solidFill>
                <a:latin typeface="Segoe UI"/>
                <a:ea typeface="Segoe UI"/>
                <a:cs typeface="Segoe UI"/>
              </a:defRPr>
            </a:pPr>
            <a:r>
              <a:rPr sz="975" b="0">
                <a:solidFill>
                  <a:srgbClr val="5B6B73"/>
                </a:solidFill>
                <a:latin typeface="Segoe UI"/>
                <a:ea typeface="Segoe UI"/>
                <a:cs typeface="Segoe UI"/>
              </a:rPr>
              <a:t>PBKDF2-SHA256</a:t>
            </a:r>
          </a:p>
          <a:p xmlns:a="http://schemas.openxmlformats.org/drawingml/2006/main">
            <a:pPr algn="l">
              <a:defRPr sz="975" b="0">
                <a:solidFill>
                  <a:srgbClr val="5B6B73"/>
                </a:solidFill>
                <a:latin typeface="Segoe UI"/>
                <a:ea typeface="Segoe UI"/>
                <a:cs typeface="Segoe UI"/>
              </a:defRPr>
            </a:pPr>
            <a:r>
              <a:rPr sz="975" b="0">
                <a:solidFill>
                  <a:srgbClr val="5B6B73"/>
                </a:solidFill>
                <a:latin typeface="Segoe UI"/>
                <a:ea typeface="Segoe UI"/>
                <a:cs typeface="Segoe UI"/>
              </a:rPr>
              <a:t>Bcrypt auth</a:t>
            </a:r>
          </a:p>
        </p:txBody>
      </p:sp>
      <p:sp>
        <p:nvSpPr>
          <p:cNvPr id="33" name="">
            <a:extLst xmlns:a="http://schemas.openxmlformats.org/drawingml/2006/main">
              <a:ext uri="{FF2B5EF4-FFF2-40B4-BE49-F238E27FC236}">
                <a16:creationId xmlns:a16="http://schemas.microsoft.com/office/drawing/2014/main" id="{BBCD4BBD-4B97-4CB0-A5AA-7DF1A3C98341}"/>
              </a:ext>
            </a:extLst>
          </p:cNvPr>
          <p:cNvSpPr>
            <a:spLocks xmlns:a="http://schemas.openxmlformats.org/drawingml/2006/main" noGrp="1"/>
          </p:cNvSpPr>
          <p:nvPr/>
        </p:nvSpPr>
        <p:spPr>
          <a:xfrm xmlns:a="http://schemas.openxmlformats.org/drawingml/2006/main">
            <a:off x="6515100" y="4343400"/>
            <a:ext cx="704850" cy="38100"/>
          </a:xfrm>
          <a:prstGeom xmlns:a="http://schemas.openxmlformats.org/drawingml/2006/main" prst="rect">
            <a:avLst/>
          </a:prstGeom>
          <a:solidFill xmlns:a="http://schemas.openxmlformats.org/drawingml/2006/main">
            <a:srgbClr val="059669"/>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67AA55BA-A5C5-4821-9945-E29421B4BBE9}"/>
              </a:ext>
            </a:extLst>
          </p:cNvPr>
          <p:cNvSpPr>
            <a:spLocks xmlns:a="http://schemas.openxmlformats.org/drawingml/2006/main" noGrp="1"/>
          </p:cNvSpPr>
          <p:nvPr/>
        </p:nvSpPr>
        <p:spPr>
          <a:xfrm xmlns:a="http://schemas.openxmlformats.org/drawingml/2006/main">
            <a:off x="9086850" y="2667000"/>
            <a:ext cx="2266950" cy="2038350"/>
          </a:xfrm>
          <a:prstGeom xmlns:a="http://schemas.openxmlformats.org/drawingml/2006/main" prst="rect">
            <a:avLst/>
          </a:prstGeom>
          <a:solidFill xmlns:a="http://schemas.openxmlformats.org/drawingml/2006/main">
            <a:srgbClr val="0F766E">
              <a:alpha val="12549"/>
            </a:srgbClr>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57CFD0BA-62FD-43A5-AE4B-E66CE2613F9B}"/>
              </a:ext>
            </a:extLst>
          </p:cNvPr>
          <p:cNvSpPr>
            <a:spLocks xmlns:a="http://schemas.openxmlformats.org/drawingml/2006/main" noGrp="1"/>
          </p:cNvSpPr>
          <p:nvPr/>
        </p:nvSpPr>
        <p:spPr>
          <a:xfrm xmlns:a="http://schemas.openxmlformats.org/drawingml/2006/main">
            <a:off x="9010650" y="2571750"/>
            <a:ext cx="2266950" cy="2038350"/>
          </a:xfrm>
          <a:prstGeom xmlns:a="http://schemas.openxmlformats.org/drawingml/2006/main" prst="rect">
            <a:avLst/>
          </a:prstGeom>
          <a:solidFill xmlns:a="http://schemas.openxmlformats.org/drawingml/2006/main">
            <a:srgbClr val="FFFFFF">
              <a:alpha val="90196"/>
            </a:srgbClr>
          </a:solidFill>
          <a:ln xmlns:a="http://schemas.openxmlformats.org/drawingml/2006/main" w="9525">
            <a:solidFill>
              <a:srgbClr val="FFFFFF"/>
            </a:solidFill>
            <a:prstDash val="solid"/>
          </a:ln>
        </p:spPr>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ec667e9c9afb41f6">
            <a:extLst>
              <a:ext uri="{96DAC541-7B7A-43D3-8B79-37D633B846F1}">
                <asvg:svgBlip xmlns:asvg="http://schemas.microsoft.com/office/drawing/2016/SVG/main" r:embed="Redcdc78788ac464c"/>
              </a:ext>
            </a:extLst>
          </a:blip>
          <a:stretch xmlns:a="http://schemas.openxmlformats.org/drawingml/2006/main"/>
        </p:blipFill>
        <p:spPr>
          <a:xfrm xmlns:a="http://schemas.openxmlformats.org/drawingml/2006/main">
            <a:off x="9201150" y="2781300"/>
            <a:ext cx="323850" cy="323850"/>
          </a:xfrm>
          <a:prstGeom xmlns:a="http://schemas.openxmlformats.org/drawingml/2006/main" prst="rect">
            <a:avLst/>
          </a:prstGeom>
        </p:spPr>
      </p:pic>
      <p:sp>
        <p:nvSpPr>
          <p:cNvPr id="37" name="">
            <a:extLst xmlns:a="http://schemas.openxmlformats.org/drawingml/2006/main">
              <a:ext uri="{FF2B5EF4-FFF2-40B4-BE49-F238E27FC236}">
                <a16:creationId xmlns:a16="http://schemas.microsoft.com/office/drawing/2014/main" id="{71C2958D-70E6-42AA-A60C-18D497DD5A30}"/>
              </a:ext>
            </a:extLst>
          </p:cNvPr>
          <p:cNvSpPr>
            <a:spLocks xmlns:a="http://schemas.openxmlformats.org/drawingml/2006/main" noGrp="1"/>
          </p:cNvSpPr>
          <p:nvPr/>
        </p:nvSpPr>
        <p:spPr>
          <a:xfrm xmlns:a="http://schemas.openxmlformats.org/drawingml/2006/main">
            <a:off x="9639300" y="2800350"/>
            <a:ext cx="1371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0F2F3A"/>
                </a:solidFill>
                <a:latin typeface="Segoe UI"/>
                <a:ea typeface="Segoe UI"/>
                <a:cs typeface="Segoe UI"/>
              </a:defRPr>
            </a:pPr>
            <a:r>
              <a:rPr sz="1275" b="1">
                <a:solidFill>
                  <a:srgbClr val="0F2F3A"/>
                </a:solidFill>
                <a:latin typeface="Segoe UI"/>
                <a:ea typeface="Segoe UI"/>
                <a:cs typeface="Segoe UI"/>
              </a:rPr>
              <a:t>Data &amp; Export</a:t>
            </a:r>
          </a:p>
        </p:txBody>
      </p:sp>
      <p:sp>
        <p:nvSpPr>
          <p:cNvPr id="38" name="">
            <a:extLst xmlns:a="http://schemas.openxmlformats.org/drawingml/2006/main">
              <a:ext uri="{FF2B5EF4-FFF2-40B4-BE49-F238E27FC236}">
                <a16:creationId xmlns:a16="http://schemas.microsoft.com/office/drawing/2014/main" id="{FEB9A1FC-D15A-4817-945E-9DA5DB5010B7}"/>
              </a:ext>
            </a:extLst>
          </p:cNvPr>
          <p:cNvSpPr>
            <a:spLocks xmlns:a="http://schemas.openxmlformats.org/drawingml/2006/main" noGrp="1"/>
          </p:cNvSpPr>
          <p:nvPr/>
        </p:nvSpPr>
        <p:spPr>
          <a:xfrm xmlns:a="http://schemas.openxmlformats.org/drawingml/2006/main">
            <a:off x="9239250" y="3295650"/>
            <a:ext cx="179070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B6B73"/>
                </a:solidFill>
                <a:latin typeface="Segoe UI"/>
                <a:ea typeface="Segoe UI"/>
                <a:cs typeface="Segoe UI"/>
              </a:defRPr>
            </a:pPr>
            <a:r>
              <a:rPr sz="975" b="0">
                <a:solidFill>
                  <a:srgbClr val="5B6B73"/>
                </a:solidFill>
                <a:latin typeface="Segoe UI"/>
                <a:ea typeface="Segoe UI"/>
                <a:cs typeface="Segoe UI"/>
              </a:rPr>
              <a:t>Pandas / OpenPyXL</a:t>
            </a:r>
          </a:p>
          <a:p xmlns:a="http://schemas.openxmlformats.org/drawingml/2006/main">
            <a:pPr algn="l">
              <a:defRPr sz="975" b="0">
                <a:solidFill>
                  <a:srgbClr val="5B6B73"/>
                </a:solidFill>
                <a:latin typeface="Segoe UI"/>
                <a:ea typeface="Segoe UI"/>
                <a:cs typeface="Segoe UI"/>
              </a:defRPr>
            </a:pPr>
            <a:r>
              <a:rPr sz="975" b="0">
                <a:solidFill>
                  <a:srgbClr val="5B6B73"/>
                </a:solidFill>
                <a:latin typeface="Segoe UI"/>
                <a:ea typeface="Segoe UI"/>
                <a:cs typeface="Segoe UI"/>
              </a:rPr>
              <a:t>FPDF2</a:t>
            </a:r>
          </a:p>
          <a:p xmlns:a="http://schemas.openxmlformats.org/drawingml/2006/main">
            <a:pPr algn="l">
              <a:defRPr sz="975" b="0">
                <a:solidFill>
                  <a:srgbClr val="5B6B73"/>
                </a:solidFill>
                <a:latin typeface="Segoe UI"/>
                <a:ea typeface="Segoe UI"/>
                <a:cs typeface="Segoe UI"/>
              </a:defRPr>
            </a:pPr>
            <a:r>
              <a:rPr sz="975" b="0">
                <a:solidFill>
                  <a:srgbClr val="5B6B73"/>
                </a:solidFill>
                <a:latin typeface="Segoe UI"/>
                <a:ea typeface="Segoe UI"/>
                <a:cs typeface="Segoe UI"/>
              </a:rPr>
              <a:t>python-docx</a:t>
            </a:r>
          </a:p>
          <a:p xmlns:a="http://schemas.openxmlformats.org/drawingml/2006/main">
            <a:pPr algn="l">
              <a:defRPr sz="975" b="0">
                <a:solidFill>
                  <a:srgbClr val="5B6B73"/>
                </a:solidFill>
                <a:latin typeface="Segoe UI"/>
                <a:ea typeface="Segoe UI"/>
                <a:cs typeface="Segoe UI"/>
              </a:defRPr>
            </a:pPr>
            <a:r>
              <a:rPr sz="975" b="0">
                <a:solidFill>
                  <a:srgbClr val="5B6B73"/>
                </a:solidFill>
                <a:latin typeface="Segoe UI"/>
                <a:ea typeface="Segoe UI"/>
                <a:cs typeface="Segoe UI"/>
              </a:rPr>
              <a:t>Excel/Word workflow</a:t>
            </a:r>
          </a:p>
        </p:txBody>
      </p:sp>
      <p:sp>
        <p:nvSpPr>
          <p:cNvPr id="39" name="">
            <a:extLst xmlns:a="http://schemas.openxmlformats.org/drawingml/2006/main">
              <a:ext uri="{FF2B5EF4-FFF2-40B4-BE49-F238E27FC236}">
                <a16:creationId xmlns:a16="http://schemas.microsoft.com/office/drawing/2014/main" id="{73FFC23F-D1EC-4003-8620-9E9F19419922}"/>
              </a:ext>
            </a:extLst>
          </p:cNvPr>
          <p:cNvSpPr>
            <a:spLocks xmlns:a="http://schemas.openxmlformats.org/drawingml/2006/main" noGrp="1"/>
          </p:cNvSpPr>
          <p:nvPr/>
        </p:nvSpPr>
        <p:spPr>
          <a:xfrm xmlns:a="http://schemas.openxmlformats.org/drawingml/2006/main">
            <a:off x="9239250" y="4343400"/>
            <a:ext cx="704850" cy="38100"/>
          </a:xfrm>
          <a:prstGeom xmlns:a="http://schemas.openxmlformats.org/drawingml/2006/main" prst="rect">
            <a:avLst/>
          </a:prstGeom>
          <a:solidFill xmlns:a="http://schemas.openxmlformats.org/drawingml/2006/main">
            <a:srgbClr val="D97706"/>
          </a:solidFill>
          <a:ln xmlns:a="http://schemas.openxmlformats.org/drawingml/2006/main" w="0">
            <a:solidFill>
              <a:srgbClr val="000000">
                <a:alpha val="0"/>
              </a:srgbClr>
            </a:solidFill>
            <a:prstDash val="solid"/>
          </a:ln>
        </p:spPr>
      </p:sp>
      <p:sp>
        <p:nvSpPr>
          <p:cNvPr id="40" name="">
            <a:extLst xmlns:a="http://schemas.openxmlformats.org/drawingml/2006/main">
              <a:ext uri="{FF2B5EF4-FFF2-40B4-BE49-F238E27FC236}">
                <a16:creationId xmlns:a16="http://schemas.microsoft.com/office/drawing/2014/main" id="{901873D1-C1B6-45F0-8916-314F455B0D9E}"/>
              </a:ext>
            </a:extLst>
          </p:cNvPr>
          <p:cNvSpPr>
            <a:spLocks xmlns:a="http://schemas.openxmlformats.org/drawingml/2006/main" noGrp="1"/>
          </p:cNvSpPr>
          <p:nvPr/>
        </p:nvSpPr>
        <p:spPr>
          <a:xfrm xmlns:a="http://schemas.openxmlformats.org/drawingml/2006/main">
            <a:off x="1981200" y="5029200"/>
            <a:ext cx="8191500" cy="19050"/>
          </a:xfrm>
          <a:prstGeom xmlns:a="http://schemas.openxmlformats.org/drawingml/2006/main" prst="rect">
            <a:avLst/>
          </a:prstGeom>
          <a:solidFill xmlns:a="http://schemas.openxmlformats.org/drawingml/2006/main">
            <a:srgbClr val="B6D8CF"/>
          </a:solidFill>
          <a:ln xmlns:a="http://schemas.openxmlformats.org/drawingml/2006/main" w="0">
            <a:solidFill>
              <a:srgbClr val="000000">
                <a:alpha val="0"/>
              </a:srgbClr>
            </a:solidFill>
            <a:prstDash val="solid"/>
          </a:ln>
        </p:spPr>
      </p:sp>
      <p:sp>
        <p:nvSpPr>
          <p:cNvPr id="41" name="">
            <a:extLst xmlns:a="http://schemas.openxmlformats.org/drawingml/2006/main">
              <a:ext uri="{FF2B5EF4-FFF2-40B4-BE49-F238E27FC236}">
                <a16:creationId xmlns:a16="http://schemas.microsoft.com/office/drawing/2014/main" id="{F91DA06B-2C2C-4CF2-80FA-1E781B1BBA15}"/>
              </a:ext>
            </a:extLst>
          </p:cNvPr>
          <p:cNvSpPr>
            <a:spLocks xmlns:a="http://schemas.openxmlformats.org/drawingml/2006/main" noGrp="1"/>
          </p:cNvSpPr>
          <p:nvPr/>
        </p:nvSpPr>
        <p:spPr>
          <a:xfrm xmlns:a="http://schemas.openxmlformats.org/drawingml/2006/main">
            <a:off x="6057900" y="4953000"/>
            <a:ext cx="266700" cy="171450"/>
          </a:xfrm>
          <a:prstGeom xmlns:a="http://schemas.openxmlformats.org/drawingml/2006/main" prst="rect">
            <a:avLst/>
          </a:prstGeom>
          <a:solidFill xmlns:a="http://schemas.openxmlformats.org/drawingml/2006/main">
            <a:srgbClr val="059669"/>
          </a:solidFill>
          <a:ln xmlns:a="http://schemas.openxmlformats.org/drawingml/2006/main" w="0">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A8529C4F-D202-4313-BB5F-426CC5F04C24}"/>
              </a:ext>
            </a:extLst>
          </p:cNvPr>
          <p:cNvSpPr>
            <a:spLocks xmlns:a="http://schemas.openxmlformats.org/drawingml/2006/main" noGrp="1"/>
          </p:cNvSpPr>
          <p:nvPr/>
        </p:nvSpPr>
        <p:spPr>
          <a:xfrm xmlns:a="http://schemas.openxmlformats.org/drawingml/2006/main">
            <a:off x="2362200" y="5372100"/>
            <a:ext cx="3429000" cy="285750"/>
          </a:xfrm>
          <a:prstGeom xmlns:a="http://schemas.openxmlformats.org/drawingml/2006/main" prst="rect">
            <a:avLst/>
          </a:prstGeom>
          <a:solidFill xmlns:a="http://schemas.openxmlformats.org/drawingml/2006/main">
            <a:srgbClr val="073B4C"/>
          </a:solidFill>
          <a:ln xmlns:a="http://schemas.openxmlformats.org/drawingml/2006/main" w="0">
            <a:solidFill>
              <a:srgbClr val="000000">
                <a:alpha val="0"/>
              </a:srgbClr>
            </a:solidFill>
            <a:prstDash val="solid"/>
          </a:ln>
        </p:spPr>
      </p:sp>
      <p:sp>
        <p:nvSpPr>
          <p:cNvPr id="43" name="">
            <a:extLst xmlns:a="http://schemas.openxmlformats.org/drawingml/2006/main">
              <a:ext uri="{FF2B5EF4-FFF2-40B4-BE49-F238E27FC236}">
                <a16:creationId xmlns:a16="http://schemas.microsoft.com/office/drawing/2014/main" id="{189EDCA4-06D4-49A2-AA08-43EEBFCCA462}"/>
              </a:ext>
            </a:extLst>
          </p:cNvPr>
          <p:cNvSpPr>
            <a:spLocks xmlns:a="http://schemas.openxmlformats.org/drawingml/2006/main" noGrp="1"/>
          </p:cNvSpPr>
          <p:nvPr/>
        </p:nvSpPr>
        <p:spPr>
          <a:xfrm xmlns:a="http://schemas.openxmlformats.org/drawingml/2006/main">
            <a:off x="2476500" y="5438775"/>
            <a:ext cx="32004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DDF7EC"/>
                </a:solidFill>
                <a:latin typeface="Consolas"/>
                <a:ea typeface="Consolas"/>
                <a:cs typeface="Consolas"/>
              </a:defRPr>
            </a:pPr>
            <a:r>
              <a:rPr sz="750" b="0">
                <a:solidFill>
                  <a:srgbClr val="DDF7EC"/>
                </a:solidFill>
                <a:latin typeface="Consolas"/>
                <a:ea typeface="Consolas"/>
                <a:cs typeface="Consolas"/>
              </a:rPr>
              <a:t>from sqlcipher3 import dbapi2 as sqlite3</a:t>
            </a:r>
          </a:p>
        </p:txBody>
      </p:sp>
      <p:sp>
        <p:nvSpPr>
          <p:cNvPr id="44" name="">
            <a:extLst xmlns:a="http://schemas.openxmlformats.org/drawingml/2006/main">
              <a:ext uri="{FF2B5EF4-FFF2-40B4-BE49-F238E27FC236}">
                <a16:creationId xmlns:a16="http://schemas.microsoft.com/office/drawing/2014/main" id="{C2AB9D03-522F-4971-AB7D-ABC2E9E6BF20}"/>
              </a:ext>
            </a:extLst>
          </p:cNvPr>
          <p:cNvSpPr>
            <a:spLocks xmlns:a="http://schemas.openxmlformats.org/drawingml/2006/main" noGrp="1"/>
          </p:cNvSpPr>
          <p:nvPr/>
        </p:nvSpPr>
        <p:spPr>
          <a:xfrm xmlns:a="http://schemas.openxmlformats.org/drawingml/2006/main">
            <a:off x="6019800" y="5372100"/>
            <a:ext cx="3810000" cy="285750"/>
          </a:xfrm>
          <a:prstGeom xmlns:a="http://schemas.openxmlformats.org/drawingml/2006/main" prst="rect">
            <a:avLst/>
          </a:prstGeom>
          <a:solidFill xmlns:a="http://schemas.openxmlformats.org/drawingml/2006/main">
            <a:srgbClr val="073B4C"/>
          </a:solidFill>
          <a:ln xmlns:a="http://schemas.openxmlformats.org/drawingml/2006/main" w="0">
            <a:solidFill>
              <a:srgbClr val="000000">
                <a:alpha val="0"/>
              </a:srgbClr>
            </a:solidFill>
            <a:prstDash val="solid"/>
          </a:ln>
        </p:spPr>
      </p:sp>
      <p:sp>
        <p:nvSpPr>
          <p:cNvPr id="45" name="">
            <a:extLst xmlns:a="http://schemas.openxmlformats.org/drawingml/2006/main">
              <a:ext uri="{FF2B5EF4-FFF2-40B4-BE49-F238E27FC236}">
                <a16:creationId xmlns:a16="http://schemas.microsoft.com/office/drawing/2014/main" id="{DD052A70-1D95-4C20-9DCA-BD012B5D23A8}"/>
              </a:ext>
            </a:extLst>
          </p:cNvPr>
          <p:cNvSpPr>
            <a:spLocks xmlns:a="http://schemas.openxmlformats.org/drawingml/2006/main" noGrp="1"/>
          </p:cNvSpPr>
          <p:nvPr/>
        </p:nvSpPr>
        <p:spPr>
          <a:xfrm xmlns:a="http://schemas.openxmlformats.org/drawingml/2006/main">
            <a:off x="6134100" y="5438775"/>
            <a:ext cx="35814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DDF7EC"/>
                </a:solidFill>
                <a:latin typeface="Consolas"/>
                <a:ea typeface="Consolas"/>
                <a:cs typeface="Consolas"/>
              </a:defRPr>
            </a:pPr>
            <a:r>
              <a:rPr sz="750" b="0">
                <a:solidFill>
                  <a:srgbClr val="DDF7EC"/>
                </a:solidFill>
                <a:latin typeface="Consolas"/>
                <a:ea typeface="Consolas"/>
                <a:cs typeface="Consolas"/>
              </a:rPr>
              <a:t>NullPool + connect_args={"timeout": 30}</a:t>
            </a:r>
          </a:p>
        </p:txBody>
      </p:sp>
      <p:sp>
        <p:nvSpPr>
          <p:cNvPr id="46" name="">
            <a:extLst xmlns:a="http://schemas.openxmlformats.org/drawingml/2006/main">
              <a:ext uri="{FF2B5EF4-FFF2-40B4-BE49-F238E27FC236}">
                <a16:creationId xmlns:a16="http://schemas.microsoft.com/office/drawing/2014/main" id="{C87A01E9-81E0-4B87-87FB-BF0EEE6EE540}"/>
              </a:ext>
            </a:extLst>
          </p:cNvPr>
          <p:cNvSpPr>
            <a:spLocks xmlns:a="http://schemas.openxmlformats.org/drawingml/2006/main" noGrp="1"/>
          </p:cNvSpPr>
          <p:nvPr/>
        </p:nvSpPr>
        <p:spPr>
          <a:xfrm xmlns:a="http://schemas.openxmlformats.org/drawingml/2006/main">
            <a:off x="590550" y="6419850"/>
            <a:ext cx="9715500" cy="9525"/>
          </a:xfrm>
          <a:prstGeom xmlns:a="http://schemas.openxmlformats.org/drawingml/2006/main" prst="rect">
            <a:avLst/>
          </a:prstGeom>
          <a:solidFill xmlns:a="http://schemas.openxmlformats.org/drawingml/2006/main">
            <a:srgbClr val="B6D8CF"/>
          </a:solidFill>
          <a:ln xmlns:a="http://schemas.openxmlformats.org/drawingml/2006/main" w="0">
            <a:solidFill>
              <a:srgbClr val="000000">
                <a:alpha val="0"/>
              </a:srgbClr>
            </a:solidFill>
            <a:prstDash val="solid"/>
          </a:ln>
        </p:spPr>
      </p:sp>
      <p:sp>
        <p:nvSpPr>
          <p:cNvPr id="47" name="">
            <a:extLst xmlns:a="http://schemas.openxmlformats.org/drawingml/2006/main">
              <a:ext uri="{FF2B5EF4-FFF2-40B4-BE49-F238E27FC236}">
                <a16:creationId xmlns:a16="http://schemas.microsoft.com/office/drawing/2014/main" id="{AA1136D7-DD13-4C3E-BB2D-DA6CF35661B7}"/>
              </a:ext>
            </a:extLst>
          </p:cNvPr>
          <p:cNvSpPr>
            <a:spLocks xmlns:a="http://schemas.openxmlformats.org/drawingml/2006/main" noGrp="1"/>
          </p:cNvSpPr>
          <p:nvPr/>
        </p:nvSpPr>
        <p:spPr>
          <a:xfrm xmlns:a="http://schemas.openxmlformats.org/drawingml/2006/main">
            <a:off x="590550" y="6515100"/>
            <a:ext cx="7239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8AA0A6"/>
                </a:solidFill>
                <a:latin typeface="Segoe UI"/>
                <a:ea typeface="Segoe UI"/>
                <a:cs typeface="Segoe UI"/>
              </a:defRPr>
            </a:pPr>
            <a:r>
              <a:rPr sz="638" b="0">
                <a:solidFill>
                  <a:srgbClr val="8AA0A6"/>
                </a:solidFill>
                <a:latin typeface="Segoe UI"/>
                <a:ea typeface="Segoe UI"/>
                <a:cs typeface="Segoe UI"/>
              </a:rPr>
              <a:t>Nguồn: README Tech Stack; CLAUDE guardrails SEC-1/ENV-1</a:t>
            </a:r>
          </a:p>
        </p:txBody>
      </p:sp>
      <p:sp>
        <p:nvSpPr>
          <p:cNvPr id="48" name="">
            <a:extLst xmlns:a="http://schemas.openxmlformats.org/drawingml/2006/main">
              <a:ext uri="{FF2B5EF4-FFF2-40B4-BE49-F238E27FC236}">
                <a16:creationId xmlns:a16="http://schemas.microsoft.com/office/drawing/2014/main" id="{591E4921-B318-419D-9ED6-0500CD3740BC}"/>
              </a:ext>
            </a:extLst>
          </p:cNvPr>
          <p:cNvSpPr>
            <a:spLocks xmlns:a="http://schemas.openxmlformats.org/drawingml/2006/main" noGrp="1"/>
          </p:cNvSpPr>
          <p:nvPr/>
        </p:nvSpPr>
        <p:spPr>
          <a:xfrm xmlns:a="http://schemas.openxmlformats.org/drawingml/2006/main">
            <a:off x="11106150" y="6477000"/>
            <a:ext cx="5143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0F766E"/>
                </a:solidFill>
                <a:latin typeface="Segoe UI"/>
                <a:ea typeface="Segoe UI"/>
                <a:cs typeface="Segoe UI"/>
              </a:defRPr>
            </a:pPr>
            <a:r>
              <a:rPr sz="900" b="1">
                <a:solidFill>
                  <a:srgbClr val="0F766E"/>
                </a:solidFill>
                <a:latin typeface="Segoe UI"/>
                <a:ea typeface="Segoe UI"/>
                <a:cs typeface="Segoe UI"/>
              </a:rPr>
              <a:t>04</a:t>
            </a:r>
          </a:p>
        </p:txBody>
      </p:sp>
    </p:spTree>
    <p:extLst>
      <p:ext uri="{BB962C8B-B14F-4D97-AF65-F5344CB8AC3E}">
        <p14:creationId xmlns:p14="http://schemas.microsoft.com/office/powerpoint/2010/main" val="189630620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5637416-A6F1-42AB-A10F-5A52985D44B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2FBF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95804FCE-7C43-423F-8FD5-12A8D64FAB6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DDF3E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49B3AF78-774F-4D50-9B89-40A55BD30378}"/>
              </a:ext>
            </a:extLst>
          </p:cNvPr>
          <p:cNvSpPr>
            <a:spLocks xmlns:a="http://schemas.openxmlformats.org/drawingml/2006/main" noGrp="1"/>
          </p:cNvSpPr>
          <p:nvPr/>
        </p:nvSpPr>
        <p:spPr>
          <a:xfrm xmlns:a="http://schemas.openxmlformats.org/drawingml/2006/main">
            <a:off x="11982450" y="0"/>
            <a:ext cx="209550" cy="6858000"/>
          </a:xfrm>
          <a:prstGeom xmlns:a="http://schemas.openxmlformats.org/drawingml/2006/main" prst="rect">
            <a:avLst/>
          </a:prstGeom>
          <a:solidFill xmlns:a="http://schemas.openxmlformats.org/drawingml/2006/main">
            <a:srgbClr val="CBEADF"/>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301286BB-6785-40F4-A296-A36141C56B54}"/>
              </a:ext>
            </a:extLst>
          </p:cNvPr>
          <p:cNvSpPr>
            <a:spLocks xmlns:a="http://schemas.openxmlformats.org/drawingml/2006/main" noGrp="1"/>
          </p:cNvSpPr>
          <p:nvPr/>
        </p:nvSpPr>
        <p:spPr>
          <a:xfrm xmlns:a="http://schemas.openxmlformats.org/drawingml/2006/main">
            <a:off x="0" y="6076950"/>
            <a:ext cx="12192000" cy="781050"/>
          </a:xfrm>
          <a:prstGeom xmlns:a="http://schemas.openxmlformats.org/drawingml/2006/main" prst="rect">
            <a:avLst/>
          </a:prstGeom>
          <a:solidFill xmlns:a="http://schemas.openxmlformats.org/drawingml/2006/main">
            <a:srgbClr val="CFEADF"/>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DFA8692E-74DD-4D40-8AEC-2A4EC3791DE2}"/>
              </a:ext>
            </a:extLst>
          </p:cNvPr>
          <p:cNvSpPr>
            <a:spLocks xmlns:a="http://schemas.openxmlformats.org/drawingml/2006/main" noGrp="1"/>
          </p:cNvSpPr>
          <p:nvPr/>
        </p:nvSpPr>
        <p:spPr>
          <a:xfrm xmlns:a="http://schemas.openxmlformats.org/drawingml/2006/main">
            <a:off x="685800" y="781050"/>
            <a:ext cx="838200" cy="9525"/>
          </a:xfrm>
          <a:prstGeom xmlns:a="http://schemas.openxmlformats.org/drawingml/2006/main" prst="rect">
            <a:avLst/>
          </a:prstGeom>
          <a:solidFill xmlns:a="http://schemas.openxmlformats.org/drawingml/2006/main">
            <a:srgbClr val="6FCFAD">
              <a:alpha val="40000"/>
            </a:srgbClr>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FAF7106E-6630-4620-A71E-500DCA579C5E}"/>
              </a:ext>
            </a:extLst>
          </p:cNvPr>
          <p:cNvSpPr>
            <a:spLocks xmlns:a="http://schemas.openxmlformats.org/drawingml/2006/main" noGrp="1"/>
          </p:cNvSpPr>
          <p:nvPr/>
        </p:nvSpPr>
        <p:spPr>
          <a:xfrm xmlns:a="http://schemas.openxmlformats.org/drawingml/2006/main">
            <a:off x="2114550" y="895350"/>
            <a:ext cx="838200" cy="9525"/>
          </a:xfrm>
          <a:prstGeom xmlns:a="http://schemas.openxmlformats.org/drawingml/2006/main" prst="rect">
            <a:avLst/>
          </a:prstGeom>
          <a:solidFill xmlns:a="http://schemas.openxmlformats.org/drawingml/2006/main">
            <a:srgbClr val="6FCFAD">
              <a:alpha val="40000"/>
            </a:srgbClr>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84B70712-E1B4-4A42-AA23-99F8403316D6}"/>
              </a:ext>
            </a:extLst>
          </p:cNvPr>
          <p:cNvSpPr>
            <a:spLocks xmlns:a="http://schemas.openxmlformats.org/drawingml/2006/main" noGrp="1"/>
          </p:cNvSpPr>
          <p:nvPr/>
        </p:nvSpPr>
        <p:spPr>
          <a:xfrm xmlns:a="http://schemas.openxmlformats.org/drawingml/2006/main">
            <a:off x="3543300" y="1009650"/>
            <a:ext cx="838200" cy="9525"/>
          </a:xfrm>
          <a:prstGeom xmlns:a="http://schemas.openxmlformats.org/drawingml/2006/main" prst="rect">
            <a:avLst/>
          </a:prstGeom>
          <a:solidFill xmlns:a="http://schemas.openxmlformats.org/drawingml/2006/main">
            <a:srgbClr val="6FCFAD">
              <a:alpha val="40000"/>
            </a:srgbClr>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29BE3115-FA5C-4599-8810-3EE54810CF26}"/>
              </a:ext>
            </a:extLst>
          </p:cNvPr>
          <p:cNvSpPr>
            <a:spLocks xmlns:a="http://schemas.openxmlformats.org/drawingml/2006/main" noGrp="1"/>
          </p:cNvSpPr>
          <p:nvPr/>
        </p:nvSpPr>
        <p:spPr>
          <a:xfrm xmlns:a="http://schemas.openxmlformats.org/drawingml/2006/main">
            <a:off x="4972050" y="1123950"/>
            <a:ext cx="838200" cy="9525"/>
          </a:xfrm>
          <a:prstGeom xmlns:a="http://schemas.openxmlformats.org/drawingml/2006/main" prst="rect">
            <a:avLst/>
          </a:prstGeom>
          <a:solidFill xmlns:a="http://schemas.openxmlformats.org/drawingml/2006/main">
            <a:srgbClr val="6FCFAD">
              <a:alpha val="40000"/>
            </a:srgbClr>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58C7D322-9BC2-4A85-BDE8-C1E3DEA313C7}"/>
              </a:ext>
            </a:extLst>
          </p:cNvPr>
          <p:cNvSpPr>
            <a:spLocks xmlns:a="http://schemas.openxmlformats.org/drawingml/2006/main" noGrp="1"/>
          </p:cNvSpPr>
          <p:nvPr/>
        </p:nvSpPr>
        <p:spPr>
          <a:xfrm xmlns:a="http://schemas.openxmlformats.org/drawingml/2006/main">
            <a:off x="6400800" y="1238250"/>
            <a:ext cx="838200" cy="9525"/>
          </a:xfrm>
          <a:prstGeom xmlns:a="http://schemas.openxmlformats.org/drawingml/2006/main" prst="rect">
            <a:avLst/>
          </a:prstGeom>
          <a:solidFill xmlns:a="http://schemas.openxmlformats.org/drawingml/2006/main">
            <a:srgbClr val="6FCFAD">
              <a:alpha val="40000"/>
            </a:srgbClr>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C99D198E-119B-4B24-9F6E-BD6D975F665B}"/>
              </a:ext>
            </a:extLst>
          </p:cNvPr>
          <p:cNvSpPr>
            <a:spLocks xmlns:a="http://schemas.openxmlformats.org/drawingml/2006/main" noGrp="1"/>
          </p:cNvSpPr>
          <p:nvPr/>
        </p:nvSpPr>
        <p:spPr>
          <a:xfrm xmlns:a="http://schemas.openxmlformats.org/drawingml/2006/main">
            <a:off x="7829550" y="1352550"/>
            <a:ext cx="838200" cy="9525"/>
          </a:xfrm>
          <a:prstGeom xmlns:a="http://schemas.openxmlformats.org/drawingml/2006/main" prst="rect">
            <a:avLst/>
          </a:prstGeom>
          <a:solidFill xmlns:a="http://schemas.openxmlformats.org/drawingml/2006/main">
            <a:srgbClr val="6FCFAD">
              <a:alpha val="40000"/>
            </a:srgbClr>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3170357F-4CCA-4B3B-A891-C8B1DF4676BC}"/>
              </a:ext>
            </a:extLst>
          </p:cNvPr>
          <p:cNvSpPr>
            <a:spLocks xmlns:a="http://schemas.openxmlformats.org/drawingml/2006/main" noGrp="1"/>
          </p:cNvSpPr>
          <p:nvPr/>
        </p:nvSpPr>
        <p:spPr>
          <a:xfrm xmlns:a="http://schemas.openxmlformats.org/drawingml/2006/main">
            <a:off x="9258300" y="1466850"/>
            <a:ext cx="838200" cy="9525"/>
          </a:xfrm>
          <a:prstGeom xmlns:a="http://schemas.openxmlformats.org/drawingml/2006/main" prst="rect">
            <a:avLst/>
          </a:prstGeom>
          <a:solidFill xmlns:a="http://schemas.openxmlformats.org/drawingml/2006/main">
            <a:srgbClr val="6FCFAD">
              <a:alpha val="40000"/>
            </a:srgbClr>
          </a:solidFill>
          <a:ln xmlns:a="http://schemas.openxmlformats.org/drawingml/2006/main" w="0">
            <a:solidFill>
              <a:srgbClr val="000000">
                <a:alpha val="0"/>
              </a:srgbClr>
            </a:solidFill>
            <a:prstDash val="solid"/>
          </a:ln>
        </p:spPr>
      </p:sp>
      <p:sp>
        <p:nvSpPr>
          <p:cNvPr id="12" name="kicker-5-marker">
            <a:extLst xmlns:a="http://schemas.openxmlformats.org/drawingml/2006/main">
              <a:ext uri="{FF2B5EF4-FFF2-40B4-BE49-F238E27FC236}">
                <a16:creationId xmlns:a16="http://schemas.microsoft.com/office/drawing/2014/main" id="{E989221D-C785-44F6-AE25-2BC51A06E80A}"/>
              </a:ext>
            </a:extLst>
          </p:cNvPr>
          <p:cNvSpPr>
            <a:spLocks xmlns:a="http://schemas.openxmlformats.org/drawingml/2006/main" noGrp="1"/>
          </p:cNvSpPr>
          <p:nvPr/>
        </p:nvSpPr>
        <p:spPr>
          <a:xfrm xmlns:a="http://schemas.openxmlformats.org/drawingml/2006/main">
            <a:off x="590550" y="514350"/>
            <a:ext cx="85725" cy="85725"/>
          </a:xfrm>
          <a:prstGeom xmlns:a="http://schemas.openxmlformats.org/drawingml/2006/main" prst="rect">
            <a:avLst/>
          </a:prstGeom>
          <a:solidFill xmlns:a="http://schemas.openxmlformats.org/drawingml/2006/main">
            <a:srgbClr val="059669"/>
          </a:solidFill>
          <a:ln xmlns:a="http://schemas.openxmlformats.org/drawingml/2006/main" w="0">
            <a:solidFill>
              <a:srgbClr val="000000">
                <a:alpha val="0"/>
              </a:srgbClr>
            </a:solidFill>
            <a:prstDash val="solid"/>
          </a:ln>
        </p:spPr>
      </p:sp>
      <p:sp>
        <p:nvSpPr>
          <p:cNvPr id="13" name="kicker-5-label">
            <a:extLst xmlns:a="http://schemas.openxmlformats.org/drawingml/2006/main">
              <a:ext uri="{FF2B5EF4-FFF2-40B4-BE49-F238E27FC236}">
                <a16:creationId xmlns:a16="http://schemas.microsoft.com/office/drawing/2014/main" id="{037CC945-6197-4D89-8929-C2C9ADBA3D90}"/>
              </a:ext>
            </a:extLst>
          </p:cNvPr>
          <p:cNvSpPr>
            <a:spLocks xmlns:a="http://schemas.openxmlformats.org/drawingml/2006/main" noGrp="1"/>
          </p:cNvSpPr>
          <p:nvPr/>
        </p:nvSpPr>
        <p:spPr>
          <a:xfrm xmlns:a="http://schemas.openxmlformats.org/drawingml/2006/main">
            <a:off x="781050" y="457200"/>
            <a:ext cx="4000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88" b="1">
                <a:solidFill>
                  <a:srgbClr val="0F766E"/>
                </a:solidFill>
                <a:latin typeface="Segoe UI"/>
                <a:ea typeface="Segoe UI"/>
                <a:cs typeface="Segoe UI"/>
              </a:defRPr>
            </a:pPr>
            <a:r>
              <a:rPr sz="788" b="1">
                <a:solidFill>
                  <a:srgbClr val="0F766E"/>
                </a:solidFill>
                <a:latin typeface="Segoe UI"/>
                <a:ea typeface="Segoe UI"/>
                <a:cs typeface="Segoe UI"/>
              </a:rPr>
              <a:t>CẤU TRÚC THƯ MỤC</a:t>
            </a:r>
          </a:p>
        </p:txBody>
      </p:sp>
      <p:sp>
        <p:nvSpPr>
          <p:cNvPr id="14" name="">
            <a:extLst xmlns:a="http://schemas.openxmlformats.org/drawingml/2006/main">
              <a:ext uri="{FF2B5EF4-FFF2-40B4-BE49-F238E27FC236}">
                <a16:creationId xmlns:a16="http://schemas.microsoft.com/office/drawing/2014/main" id="{AF63B7A7-963F-4EFA-9337-3659644482CA}"/>
              </a:ext>
            </a:extLst>
          </p:cNvPr>
          <p:cNvSpPr>
            <a:spLocks xmlns:a="http://schemas.openxmlformats.org/drawingml/2006/main" noGrp="1"/>
          </p:cNvSpPr>
          <p:nvPr/>
        </p:nvSpPr>
        <p:spPr>
          <a:xfrm xmlns:a="http://schemas.openxmlformats.org/drawingml/2006/main">
            <a:off x="590550" y="819150"/>
            <a:ext cx="657225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625" b="1">
                <a:solidFill>
                  <a:srgbClr val="0F2F3A"/>
                </a:solidFill>
                <a:latin typeface="Segoe UI"/>
                <a:ea typeface="Segoe UI"/>
                <a:cs typeface="Segoe UI"/>
              </a:defRPr>
            </a:pPr>
            <a:r>
              <a:rPr sz="2625" b="1">
                <a:solidFill>
                  <a:srgbClr val="0F2F3A"/>
                </a:solidFill>
                <a:latin typeface="Segoe UI"/>
                <a:ea typeface="Segoe UI"/>
                <a:cs typeface="Segoe UI"/>
              </a:rPr>
              <a:t>Repo tách route, service, model và template để bảo trì nhanh.</a:t>
            </a:r>
          </a:p>
        </p:txBody>
      </p:sp>
      <p:sp>
        <p:nvSpPr>
          <p:cNvPr id="15" name="">
            <a:extLst xmlns:a="http://schemas.openxmlformats.org/drawingml/2006/main">
              <a:ext uri="{FF2B5EF4-FFF2-40B4-BE49-F238E27FC236}">
                <a16:creationId xmlns:a16="http://schemas.microsoft.com/office/drawing/2014/main" id="{B0FA892C-7F11-445A-B69F-F3B1899272C4}"/>
              </a:ext>
            </a:extLst>
          </p:cNvPr>
          <p:cNvSpPr>
            <a:spLocks xmlns:a="http://schemas.openxmlformats.org/drawingml/2006/main" noGrp="1"/>
          </p:cNvSpPr>
          <p:nvPr/>
        </p:nvSpPr>
        <p:spPr>
          <a:xfrm xmlns:a="http://schemas.openxmlformats.org/drawingml/2006/main">
            <a:off x="857250" y="2019300"/>
            <a:ext cx="4895850" cy="3771900"/>
          </a:xfrm>
          <a:prstGeom xmlns:a="http://schemas.openxmlformats.org/drawingml/2006/main" prst="rect">
            <a:avLst/>
          </a:prstGeom>
          <a:solidFill xmlns:a="http://schemas.openxmlformats.org/drawingml/2006/main">
            <a:srgbClr val="0F766E">
              <a:alpha val="12549"/>
            </a:srgbClr>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3FF9224A-2094-4168-86F6-DB845D817B62}"/>
              </a:ext>
            </a:extLst>
          </p:cNvPr>
          <p:cNvSpPr>
            <a:spLocks xmlns:a="http://schemas.openxmlformats.org/drawingml/2006/main" noGrp="1"/>
          </p:cNvSpPr>
          <p:nvPr/>
        </p:nvSpPr>
        <p:spPr>
          <a:xfrm xmlns:a="http://schemas.openxmlformats.org/drawingml/2006/main">
            <a:off x="781050" y="1924050"/>
            <a:ext cx="4895850" cy="3771900"/>
          </a:xfrm>
          <a:prstGeom xmlns:a="http://schemas.openxmlformats.org/drawingml/2006/main" prst="rect">
            <a:avLst/>
          </a:prstGeom>
          <a:solidFill xmlns:a="http://schemas.openxmlformats.org/drawingml/2006/main">
            <a:srgbClr val="073B4C"/>
          </a:solidFill>
          <a:ln xmlns:a="http://schemas.openxmlformats.org/drawingml/2006/main" w="9525">
            <a:solidFill>
              <a:srgbClr val="FFFFFF"/>
            </a:solidFill>
            <a:prstDash val="solid"/>
          </a:ln>
        </p:spPr>
      </p:sp>
      <p:sp>
        <p:nvSpPr>
          <p:cNvPr id="17" name="">
            <a:extLst xmlns:a="http://schemas.openxmlformats.org/drawingml/2006/main">
              <a:ext uri="{FF2B5EF4-FFF2-40B4-BE49-F238E27FC236}">
                <a16:creationId xmlns:a16="http://schemas.microsoft.com/office/drawing/2014/main" id="{70FBA465-D143-4278-A52D-669CFB539D16}"/>
              </a:ext>
            </a:extLst>
          </p:cNvPr>
          <p:cNvSpPr>
            <a:spLocks xmlns:a="http://schemas.openxmlformats.org/drawingml/2006/main" noGrp="1"/>
          </p:cNvSpPr>
          <p:nvPr/>
        </p:nvSpPr>
        <p:spPr>
          <a:xfrm xmlns:a="http://schemas.openxmlformats.org/drawingml/2006/main">
            <a:off x="1066800" y="2190750"/>
            <a:ext cx="4305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FFFFFF"/>
                </a:solidFill>
                <a:latin typeface="Consolas"/>
                <a:ea typeface="Consolas"/>
                <a:cs typeface="Consolas"/>
              </a:defRPr>
            </a:pPr>
            <a:r>
              <a:rPr sz="975" b="1">
                <a:solidFill>
                  <a:srgbClr val="FFFFFF"/>
                </a:solidFill>
                <a:latin typeface="Consolas"/>
                <a:ea typeface="Consolas"/>
                <a:cs typeface="Consolas"/>
              </a:rPr>
              <a:t>csxh-pa01-v1/</a:t>
            </a:r>
          </a:p>
        </p:txBody>
      </p:sp>
      <p:sp>
        <p:nvSpPr>
          <p:cNvPr id="18" name="">
            <a:extLst xmlns:a="http://schemas.openxmlformats.org/drawingml/2006/main">
              <a:ext uri="{FF2B5EF4-FFF2-40B4-BE49-F238E27FC236}">
                <a16:creationId xmlns:a16="http://schemas.microsoft.com/office/drawing/2014/main" id="{C35F1487-3453-4419-967C-6BB2E8FB6EB9}"/>
              </a:ext>
            </a:extLst>
          </p:cNvPr>
          <p:cNvSpPr>
            <a:spLocks xmlns:a="http://schemas.openxmlformats.org/drawingml/2006/main" noGrp="1"/>
          </p:cNvSpPr>
          <p:nvPr/>
        </p:nvSpPr>
        <p:spPr>
          <a:xfrm xmlns:a="http://schemas.openxmlformats.org/drawingml/2006/main">
            <a:off x="1066800" y="2476500"/>
            <a:ext cx="4305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CFEAE6"/>
                </a:solidFill>
                <a:latin typeface="Consolas"/>
                <a:ea typeface="Consolas"/>
                <a:cs typeface="Consolas"/>
              </a:defRPr>
            </a:pPr>
            <a:r>
              <a:rPr sz="863" b="0">
                <a:solidFill>
                  <a:srgbClr val="CFEAE6"/>
                </a:solidFill>
                <a:latin typeface="Consolas"/>
                <a:ea typeface="Consolas"/>
                <a:cs typeface="Consolas"/>
              </a:rPr>
              <a:t>├── backend/        # lõi xử lý Python</a:t>
            </a:r>
          </a:p>
        </p:txBody>
      </p:sp>
      <p:sp>
        <p:nvSpPr>
          <p:cNvPr id="19" name="">
            <a:extLst xmlns:a="http://schemas.openxmlformats.org/drawingml/2006/main">
              <a:ext uri="{FF2B5EF4-FFF2-40B4-BE49-F238E27FC236}">
                <a16:creationId xmlns:a16="http://schemas.microsoft.com/office/drawing/2014/main" id="{A82BD12A-BF52-43E4-BA98-3DEBA49D98DF}"/>
              </a:ext>
            </a:extLst>
          </p:cNvPr>
          <p:cNvSpPr>
            <a:spLocks xmlns:a="http://schemas.openxmlformats.org/drawingml/2006/main" noGrp="1"/>
          </p:cNvSpPr>
          <p:nvPr/>
        </p:nvSpPr>
        <p:spPr>
          <a:xfrm xmlns:a="http://schemas.openxmlformats.org/drawingml/2006/main">
            <a:off x="1066800" y="2762250"/>
            <a:ext cx="4305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CFEAE6"/>
                </a:solidFill>
                <a:latin typeface="Consolas"/>
                <a:ea typeface="Consolas"/>
                <a:cs typeface="Consolas"/>
              </a:defRPr>
            </a:pPr>
            <a:r>
              <a:rPr sz="863" b="0">
                <a:solidFill>
                  <a:srgbClr val="CFEAE6"/>
                </a:solidFill>
                <a:latin typeface="Consolas"/>
                <a:ea typeface="Consolas"/>
                <a:cs typeface="Consolas"/>
              </a:rPr>
              <a:t>│   ├── db/         # SQLCipher session</a:t>
            </a:r>
          </a:p>
        </p:txBody>
      </p:sp>
      <p:sp>
        <p:nvSpPr>
          <p:cNvPr id="20" name="">
            <a:extLst xmlns:a="http://schemas.openxmlformats.org/drawingml/2006/main">
              <a:ext uri="{FF2B5EF4-FFF2-40B4-BE49-F238E27FC236}">
                <a16:creationId xmlns:a16="http://schemas.microsoft.com/office/drawing/2014/main" id="{FE914B55-FA8D-4F02-9F0F-3FA76B4F1E9B}"/>
              </a:ext>
            </a:extLst>
          </p:cNvPr>
          <p:cNvSpPr>
            <a:spLocks xmlns:a="http://schemas.openxmlformats.org/drawingml/2006/main" noGrp="1"/>
          </p:cNvSpPr>
          <p:nvPr/>
        </p:nvSpPr>
        <p:spPr>
          <a:xfrm xmlns:a="http://schemas.openxmlformats.org/drawingml/2006/main">
            <a:off x="1066800" y="3048000"/>
            <a:ext cx="4305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CFEAE6"/>
                </a:solidFill>
                <a:latin typeface="Consolas"/>
                <a:ea typeface="Consolas"/>
                <a:cs typeface="Consolas"/>
              </a:defRPr>
            </a:pPr>
            <a:r>
              <a:rPr sz="863" b="0">
                <a:solidFill>
                  <a:srgbClr val="CFEAE6"/>
                </a:solidFill>
                <a:latin typeface="Consolas"/>
                <a:ea typeface="Consolas"/>
                <a:cs typeface="Consolas"/>
              </a:rPr>
              <a:t>│   ├── models/     # schema ORM</a:t>
            </a:r>
          </a:p>
        </p:txBody>
      </p:sp>
      <p:sp>
        <p:nvSpPr>
          <p:cNvPr id="21" name="">
            <a:extLst xmlns:a="http://schemas.openxmlformats.org/drawingml/2006/main">
              <a:ext uri="{FF2B5EF4-FFF2-40B4-BE49-F238E27FC236}">
                <a16:creationId xmlns:a16="http://schemas.microsoft.com/office/drawing/2014/main" id="{DB263641-E47E-4FFC-8263-A7C3B6A2F8F1}"/>
              </a:ext>
            </a:extLst>
          </p:cNvPr>
          <p:cNvSpPr>
            <a:spLocks xmlns:a="http://schemas.openxmlformats.org/drawingml/2006/main" noGrp="1"/>
          </p:cNvSpPr>
          <p:nvPr/>
        </p:nvSpPr>
        <p:spPr>
          <a:xfrm xmlns:a="http://schemas.openxmlformats.org/drawingml/2006/main">
            <a:off x="1066800" y="3333750"/>
            <a:ext cx="4305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CFEAE6"/>
                </a:solidFill>
                <a:latin typeface="Consolas"/>
                <a:ea typeface="Consolas"/>
                <a:cs typeface="Consolas"/>
              </a:defRPr>
            </a:pPr>
            <a:r>
              <a:rPr sz="863" b="0">
                <a:solidFill>
                  <a:srgbClr val="CFEAE6"/>
                </a:solidFill>
                <a:latin typeface="Consolas"/>
                <a:ea typeface="Consolas"/>
                <a:cs typeface="Consolas"/>
              </a:rPr>
              <a:t>│   ├── routes/     # HTMX + Jinja handlers</a:t>
            </a:r>
          </a:p>
        </p:txBody>
      </p:sp>
      <p:sp>
        <p:nvSpPr>
          <p:cNvPr id="22" name="">
            <a:extLst xmlns:a="http://schemas.openxmlformats.org/drawingml/2006/main">
              <a:ext uri="{FF2B5EF4-FFF2-40B4-BE49-F238E27FC236}">
                <a16:creationId xmlns:a16="http://schemas.microsoft.com/office/drawing/2014/main" id="{44F4A78D-2DED-495F-A024-2E4408A6F636}"/>
              </a:ext>
            </a:extLst>
          </p:cNvPr>
          <p:cNvSpPr>
            <a:spLocks xmlns:a="http://schemas.openxmlformats.org/drawingml/2006/main" noGrp="1"/>
          </p:cNvSpPr>
          <p:nvPr/>
        </p:nvSpPr>
        <p:spPr>
          <a:xfrm xmlns:a="http://schemas.openxmlformats.org/drawingml/2006/main">
            <a:off x="1066800" y="3619500"/>
            <a:ext cx="4305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CFEAE6"/>
                </a:solidFill>
                <a:latin typeface="Consolas"/>
                <a:ea typeface="Consolas"/>
                <a:cs typeface="Consolas"/>
              </a:defRPr>
            </a:pPr>
            <a:r>
              <a:rPr sz="863" b="0">
                <a:solidFill>
                  <a:srgbClr val="CFEAE6"/>
                </a:solidFill>
                <a:latin typeface="Consolas"/>
                <a:ea typeface="Consolas"/>
                <a:cs typeface="Consolas"/>
              </a:rPr>
              <a:t>│   ├── services/   # nghiệp vụ &amp; phân tích</a:t>
            </a:r>
          </a:p>
        </p:txBody>
      </p:sp>
      <p:sp>
        <p:nvSpPr>
          <p:cNvPr id="23" name="">
            <a:extLst xmlns:a="http://schemas.openxmlformats.org/drawingml/2006/main">
              <a:ext uri="{FF2B5EF4-FFF2-40B4-BE49-F238E27FC236}">
                <a16:creationId xmlns:a16="http://schemas.microsoft.com/office/drawing/2014/main" id="{71433978-5B69-40A4-AA4F-CAAB5D7AC2D9}"/>
              </a:ext>
            </a:extLst>
          </p:cNvPr>
          <p:cNvSpPr>
            <a:spLocks xmlns:a="http://schemas.openxmlformats.org/drawingml/2006/main" noGrp="1"/>
          </p:cNvSpPr>
          <p:nvPr/>
        </p:nvSpPr>
        <p:spPr>
          <a:xfrm xmlns:a="http://schemas.openxmlformats.org/drawingml/2006/main">
            <a:off x="1066800" y="3905250"/>
            <a:ext cx="4305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CFEAE6"/>
                </a:solidFill>
                <a:latin typeface="Consolas"/>
                <a:ea typeface="Consolas"/>
                <a:cs typeface="Consolas"/>
              </a:defRPr>
            </a:pPr>
            <a:r>
              <a:rPr sz="863" b="0">
                <a:solidFill>
                  <a:srgbClr val="CFEAE6"/>
                </a:solidFill>
                <a:latin typeface="Consolas"/>
                <a:ea typeface="Consolas"/>
                <a:cs typeface="Consolas"/>
              </a:rPr>
              <a:t>│   └── utils/      # security/export helpers</a:t>
            </a:r>
          </a:p>
        </p:txBody>
      </p:sp>
      <p:sp>
        <p:nvSpPr>
          <p:cNvPr id="24" name="">
            <a:extLst xmlns:a="http://schemas.openxmlformats.org/drawingml/2006/main">
              <a:ext uri="{FF2B5EF4-FFF2-40B4-BE49-F238E27FC236}">
                <a16:creationId xmlns:a16="http://schemas.microsoft.com/office/drawing/2014/main" id="{3D14B32E-F63D-414A-A77D-92FB5F92123B}"/>
              </a:ext>
            </a:extLst>
          </p:cNvPr>
          <p:cNvSpPr>
            <a:spLocks xmlns:a="http://schemas.openxmlformats.org/drawingml/2006/main" noGrp="1"/>
          </p:cNvSpPr>
          <p:nvPr/>
        </p:nvSpPr>
        <p:spPr>
          <a:xfrm xmlns:a="http://schemas.openxmlformats.org/drawingml/2006/main">
            <a:off x="1066800" y="4191000"/>
            <a:ext cx="4305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CFEAE6"/>
                </a:solidFill>
                <a:latin typeface="Consolas"/>
                <a:ea typeface="Consolas"/>
                <a:cs typeface="Consolas"/>
              </a:defRPr>
            </a:pPr>
            <a:r>
              <a:rPr sz="863" b="0">
                <a:solidFill>
                  <a:srgbClr val="CFEAE6"/>
                </a:solidFill>
                <a:latin typeface="Consolas"/>
                <a:ea typeface="Consolas"/>
                <a:cs typeface="Consolas"/>
              </a:rPr>
              <a:t>├── frontend/       # templates + static assets</a:t>
            </a:r>
          </a:p>
        </p:txBody>
      </p:sp>
      <p:sp>
        <p:nvSpPr>
          <p:cNvPr id="25" name="">
            <a:extLst xmlns:a="http://schemas.openxmlformats.org/drawingml/2006/main">
              <a:ext uri="{FF2B5EF4-FFF2-40B4-BE49-F238E27FC236}">
                <a16:creationId xmlns:a16="http://schemas.microsoft.com/office/drawing/2014/main" id="{E8F58CC9-82A9-4E00-BEE1-D46C3DA31BB3}"/>
              </a:ext>
            </a:extLst>
          </p:cNvPr>
          <p:cNvSpPr>
            <a:spLocks xmlns:a="http://schemas.openxmlformats.org/drawingml/2006/main" noGrp="1"/>
          </p:cNvSpPr>
          <p:nvPr/>
        </p:nvSpPr>
        <p:spPr>
          <a:xfrm xmlns:a="http://schemas.openxmlformats.org/drawingml/2006/main">
            <a:off x="1066800" y="4476750"/>
            <a:ext cx="4305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CFEAE6"/>
                </a:solidFill>
                <a:latin typeface="Consolas"/>
                <a:ea typeface="Consolas"/>
                <a:cs typeface="Consolas"/>
              </a:defRPr>
            </a:pPr>
            <a:r>
              <a:rPr sz="863" b="0">
                <a:solidFill>
                  <a:srgbClr val="CFEAE6"/>
                </a:solidFill>
                <a:latin typeface="Consolas"/>
                <a:ea typeface="Consolas"/>
                <a:cs typeface="Consolas"/>
              </a:rPr>
              <a:t>├── assets/         # logo, screenshots</a:t>
            </a:r>
          </a:p>
        </p:txBody>
      </p:sp>
      <p:sp>
        <p:nvSpPr>
          <p:cNvPr id="26" name="">
            <a:extLst xmlns:a="http://schemas.openxmlformats.org/drawingml/2006/main">
              <a:ext uri="{FF2B5EF4-FFF2-40B4-BE49-F238E27FC236}">
                <a16:creationId xmlns:a16="http://schemas.microsoft.com/office/drawing/2014/main" id="{0133CB8D-4C5B-4978-914B-7C4619A7564D}"/>
              </a:ext>
            </a:extLst>
          </p:cNvPr>
          <p:cNvSpPr>
            <a:spLocks xmlns:a="http://schemas.openxmlformats.org/drawingml/2006/main" noGrp="1"/>
          </p:cNvSpPr>
          <p:nvPr/>
        </p:nvSpPr>
        <p:spPr>
          <a:xfrm xmlns:a="http://schemas.openxmlformats.org/drawingml/2006/main">
            <a:off x="1066800" y="4762500"/>
            <a:ext cx="4305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CFEAE6"/>
                </a:solidFill>
                <a:latin typeface="Consolas"/>
                <a:ea typeface="Consolas"/>
                <a:cs typeface="Consolas"/>
              </a:defRPr>
            </a:pPr>
            <a:r>
              <a:rPr sz="863" b="0">
                <a:solidFill>
                  <a:srgbClr val="CFEAE6"/>
                </a:solidFill>
                <a:latin typeface="Consolas"/>
                <a:ea typeface="Consolas"/>
                <a:cs typeface="Consolas"/>
              </a:rPr>
              <a:t>├── run_server.py   # launcher thông minh</a:t>
            </a:r>
          </a:p>
        </p:txBody>
      </p:sp>
      <p:sp>
        <p:nvSpPr>
          <p:cNvPr id="27" name="">
            <a:extLst xmlns:a="http://schemas.openxmlformats.org/drawingml/2006/main">
              <a:ext uri="{FF2B5EF4-FFF2-40B4-BE49-F238E27FC236}">
                <a16:creationId xmlns:a16="http://schemas.microsoft.com/office/drawing/2014/main" id="{C55BE37D-2A41-4877-8144-62DE16CF47B3}"/>
              </a:ext>
            </a:extLst>
          </p:cNvPr>
          <p:cNvSpPr>
            <a:spLocks xmlns:a="http://schemas.openxmlformats.org/drawingml/2006/main" noGrp="1"/>
          </p:cNvSpPr>
          <p:nvPr/>
        </p:nvSpPr>
        <p:spPr>
          <a:xfrm xmlns:a="http://schemas.openxmlformats.org/drawingml/2006/main">
            <a:off x="1066800" y="5048250"/>
            <a:ext cx="4305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CFEAE6"/>
                </a:solidFill>
                <a:latin typeface="Consolas"/>
                <a:ea typeface="Consolas"/>
                <a:cs typeface="Consolas"/>
              </a:defRPr>
            </a:pPr>
            <a:r>
              <a:rPr sz="863" b="0">
                <a:solidFill>
                  <a:srgbClr val="CFEAE6"/>
                </a:solidFill>
                <a:latin typeface="Consolas"/>
                <a:ea typeface="Consolas"/>
                <a:cs typeface="Consolas"/>
              </a:rPr>
              <a:t>└── requirements.txt</a:t>
            </a:r>
          </a:p>
        </p:txBody>
      </p:sp>
      <p:sp>
        <p:nvSpPr>
          <p:cNvPr id="28" name="">
            <a:extLst xmlns:a="http://schemas.openxmlformats.org/drawingml/2006/main">
              <a:ext uri="{FF2B5EF4-FFF2-40B4-BE49-F238E27FC236}">
                <a16:creationId xmlns:a16="http://schemas.microsoft.com/office/drawing/2014/main" id="{B7194B25-DF01-450A-944C-29B01814174F}"/>
              </a:ext>
            </a:extLst>
          </p:cNvPr>
          <p:cNvSpPr>
            <a:spLocks xmlns:a="http://schemas.openxmlformats.org/drawingml/2006/main" noGrp="1"/>
          </p:cNvSpPr>
          <p:nvPr/>
        </p:nvSpPr>
        <p:spPr>
          <a:xfrm xmlns:a="http://schemas.openxmlformats.org/drawingml/2006/main">
            <a:off x="6381750" y="2019300"/>
            <a:ext cx="4171950" cy="628650"/>
          </a:xfrm>
          <a:prstGeom xmlns:a="http://schemas.openxmlformats.org/drawingml/2006/main" prst="rect">
            <a:avLst/>
          </a:prstGeom>
          <a:solidFill xmlns:a="http://schemas.openxmlformats.org/drawingml/2006/main">
            <a:srgbClr val="0F766E">
              <a:alpha val="12549"/>
            </a:srgbClr>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DEE839C7-F3FB-4E4C-89B6-7A82EE7BCB7F}"/>
              </a:ext>
            </a:extLst>
          </p:cNvPr>
          <p:cNvSpPr>
            <a:spLocks xmlns:a="http://schemas.openxmlformats.org/drawingml/2006/main" noGrp="1"/>
          </p:cNvSpPr>
          <p:nvPr/>
        </p:nvSpPr>
        <p:spPr>
          <a:xfrm xmlns:a="http://schemas.openxmlformats.org/drawingml/2006/main">
            <a:off x="6305550" y="1924050"/>
            <a:ext cx="4171950" cy="628650"/>
          </a:xfrm>
          <a:prstGeom xmlns:a="http://schemas.openxmlformats.org/drawingml/2006/main" prst="rect">
            <a:avLst/>
          </a:prstGeom>
          <a:solidFill xmlns:a="http://schemas.openxmlformats.org/drawingml/2006/main">
            <a:srgbClr val="FFFFFF">
              <a:alpha val="90196"/>
            </a:srgbClr>
          </a:solidFill>
          <a:ln xmlns:a="http://schemas.openxmlformats.org/drawingml/2006/main" w="9525">
            <a:solidFill>
              <a:srgbClr val="FFFFFF"/>
            </a:solidFill>
            <a:prstDash val="solid"/>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ef2506ace17b4673">
            <a:extLst>
              <a:ext uri="{96DAC541-7B7A-43D3-8B79-37D633B846F1}">
                <asvg:svgBlip xmlns:asvg="http://schemas.microsoft.com/office/drawing/2016/SVG/main" r:embed="R29a4b04831554297"/>
              </a:ext>
            </a:extLst>
          </a:blip>
          <a:stretch xmlns:a="http://schemas.openxmlformats.org/drawingml/2006/main"/>
        </p:blipFill>
        <p:spPr>
          <a:xfrm xmlns:a="http://schemas.openxmlformats.org/drawingml/2006/main">
            <a:off x="6515100" y="2095500"/>
            <a:ext cx="247650" cy="247650"/>
          </a:xfrm>
          <a:prstGeom xmlns:a="http://schemas.openxmlformats.org/drawingml/2006/main" prst="rect">
            <a:avLst/>
          </a:prstGeom>
        </p:spPr>
      </p:pic>
      <p:sp>
        <p:nvSpPr>
          <p:cNvPr id="31" name="">
            <a:extLst xmlns:a="http://schemas.openxmlformats.org/drawingml/2006/main">
              <a:ext uri="{FF2B5EF4-FFF2-40B4-BE49-F238E27FC236}">
                <a16:creationId xmlns:a16="http://schemas.microsoft.com/office/drawing/2014/main" id="{C7D58289-DD21-44AE-AC65-55B43F9BF3E4}"/>
              </a:ext>
            </a:extLst>
          </p:cNvPr>
          <p:cNvSpPr>
            <a:spLocks xmlns:a="http://schemas.openxmlformats.org/drawingml/2006/main" noGrp="1"/>
          </p:cNvSpPr>
          <p:nvPr/>
        </p:nvSpPr>
        <p:spPr>
          <a:xfrm xmlns:a="http://schemas.openxmlformats.org/drawingml/2006/main">
            <a:off x="6934200" y="2057400"/>
            <a:ext cx="1238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2F3A"/>
                </a:solidFill>
                <a:latin typeface="Segoe UI"/>
                <a:ea typeface="Segoe UI"/>
                <a:cs typeface="Segoe UI"/>
              </a:defRPr>
            </a:pPr>
            <a:r>
              <a:rPr sz="1125" b="1">
                <a:solidFill>
                  <a:srgbClr val="0F2F3A"/>
                </a:solidFill>
                <a:latin typeface="Segoe UI"/>
                <a:ea typeface="Segoe UI"/>
                <a:cs typeface="Segoe UI"/>
              </a:rPr>
              <a:t>Routes</a:t>
            </a:r>
          </a:p>
        </p:txBody>
      </p:sp>
      <p:sp>
        <p:nvSpPr>
          <p:cNvPr id="32" name="">
            <a:extLst xmlns:a="http://schemas.openxmlformats.org/drawingml/2006/main">
              <a:ext uri="{FF2B5EF4-FFF2-40B4-BE49-F238E27FC236}">
                <a16:creationId xmlns:a16="http://schemas.microsoft.com/office/drawing/2014/main" id="{670CF1E9-D925-4479-A7E9-0940AC86839B}"/>
              </a:ext>
            </a:extLst>
          </p:cNvPr>
          <p:cNvSpPr>
            <a:spLocks xmlns:a="http://schemas.openxmlformats.org/drawingml/2006/main" noGrp="1"/>
          </p:cNvSpPr>
          <p:nvPr/>
        </p:nvSpPr>
        <p:spPr>
          <a:xfrm xmlns:a="http://schemas.openxmlformats.org/drawingml/2006/main">
            <a:off x="6934200" y="2286000"/>
            <a:ext cx="2990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5B6B73"/>
                </a:solidFill>
                <a:latin typeface="Segoe UI"/>
                <a:ea typeface="Segoe UI"/>
                <a:cs typeface="Segoe UI"/>
              </a:defRPr>
            </a:pPr>
            <a:r>
              <a:rPr sz="788" b="0">
                <a:solidFill>
                  <a:srgbClr val="5B6B73"/>
                </a:solidFill>
                <a:latin typeface="Segoe UI"/>
                <a:ea typeface="Segoe UI"/>
                <a:cs typeface="Segoe UI"/>
              </a:rPr>
              <a:t>Nhận request, trả partial HTML hoặc JSON cho chart.</a:t>
            </a:r>
          </a:p>
        </p:txBody>
      </p:sp>
      <p:sp>
        <p:nvSpPr>
          <p:cNvPr id="33" name="">
            <a:extLst xmlns:a="http://schemas.openxmlformats.org/drawingml/2006/main">
              <a:ext uri="{FF2B5EF4-FFF2-40B4-BE49-F238E27FC236}">
                <a16:creationId xmlns:a16="http://schemas.microsoft.com/office/drawing/2014/main" id="{92F66D2A-D7A7-4C81-B46E-5D9F9DAE956F}"/>
              </a:ext>
            </a:extLst>
          </p:cNvPr>
          <p:cNvSpPr>
            <a:spLocks xmlns:a="http://schemas.openxmlformats.org/drawingml/2006/main" noGrp="1"/>
          </p:cNvSpPr>
          <p:nvPr/>
        </p:nvSpPr>
        <p:spPr>
          <a:xfrm xmlns:a="http://schemas.openxmlformats.org/drawingml/2006/main">
            <a:off x="6381750" y="2895600"/>
            <a:ext cx="4171950" cy="628650"/>
          </a:xfrm>
          <a:prstGeom xmlns:a="http://schemas.openxmlformats.org/drawingml/2006/main" prst="rect">
            <a:avLst/>
          </a:prstGeom>
          <a:solidFill xmlns:a="http://schemas.openxmlformats.org/drawingml/2006/main">
            <a:srgbClr val="0F766E">
              <a:alpha val="12549"/>
            </a:srgbClr>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1019D380-1A3A-464C-A7D4-AA2CA52C4BD2}"/>
              </a:ext>
            </a:extLst>
          </p:cNvPr>
          <p:cNvSpPr>
            <a:spLocks xmlns:a="http://schemas.openxmlformats.org/drawingml/2006/main" noGrp="1"/>
          </p:cNvSpPr>
          <p:nvPr/>
        </p:nvSpPr>
        <p:spPr>
          <a:xfrm xmlns:a="http://schemas.openxmlformats.org/drawingml/2006/main">
            <a:off x="6305550" y="2800350"/>
            <a:ext cx="4171950" cy="628650"/>
          </a:xfrm>
          <a:prstGeom xmlns:a="http://schemas.openxmlformats.org/drawingml/2006/main" prst="rect">
            <a:avLst/>
          </a:prstGeom>
          <a:solidFill xmlns:a="http://schemas.openxmlformats.org/drawingml/2006/main">
            <a:srgbClr val="FFFFFF">
              <a:alpha val="90196"/>
            </a:srgbClr>
          </a:solidFill>
          <a:ln xmlns:a="http://schemas.openxmlformats.org/drawingml/2006/main" w="9525">
            <a:solidFill>
              <a:srgbClr val="FFFFFF"/>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94ef69d73d354013">
            <a:extLst>
              <a:ext uri="{96DAC541-7B7A-43D3-8B79-37D633B846F1}">
                <asvg:svgBlip xmlns:asvg="http://schemas.microsoft.com/office/drawing/2016/SVG/main" r:embed="Rb9b5433e6d4f4d9e"/>
              </a:ext>
            </a:extLst>
          </a:blip>
          <a:stretch xmlns:a="http://schemas.openxmlformats.org/drawingml/2006/main"/>
        </p:blipFill>
        <p:spPr>
          <a:xfrm xmlns:a="http://schemas.openxmlformats.org/drawingml/2006/main">
            <a:off x="6515100" y="2971800"/>
            <a:ext cx="247650" cy="247650"/>
          </a:xfrm>
          <a:prstGeom xmlns:a="http://schemas.openxmlformats.org/drawingml/2006/main" prst="rect">
            <a:avLst/>
          </a:prstGeom>
        </p:spPr>
      </p:pic>
      <p:sp>
        <p:nvSpPr>
          <p:cNvPr id="36" name="">
            <a:extLst xmlns:a="http://schemas.openxmlformats.org/drawingml/2006/main">
              <a:ext uri="{FF2B5EF4-FFF2-40B4-BE49-F238E27FC236}">
                <a16:creationId xmlns:a16="http://schemas.microsoft.com/office/drawing/2014/main" id="{90F93EFE-CDAE-41E1-B586-8CD0F019E838}"/>
              </a:ext>
            </a:extLst>
          </p:cNvPr>
          <p:cNvSpPr>
            <a:spLocks xmlns:a="http://schemas.openxmlformats.org/drawingml/2006/main" noGrp="1"/>
          </p:cNvSpPr>
          <p:nvPr/>
        </p:nvSpPr>
        <p:spPr>
          <a:xfrm xmlns:a="http://schemas.openxmlformats.org/drawingml/2006/main">
            <a:off x="6934200" y="2933700"/>
            <a:ext cx="1238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2F3A"/>
                </a:solidFill>
                <a:latin typeface="Segoe UI"/>
                <a:ea typeface="Segoe UI"/>
                <a:cs typeface="Segoe UI"/>
              </a:defRPr>
            </a:pPr>
            <a:r>
              <a:rPr sz="1125" b="1">
                <a:solidFill>
                  <a:srgbClr val="0F2F3A"/>
                </a:solidFill>
                <a:latin typeface="Segoe UI"/>
                <a:ea typeface="Segoe UI"/>
                <a:cs typeface="Segoe UI"/>
              </a:rPr>
              <a:t>Services</a:t>
            </a:r>
          </a:p>
        </p:txBody>
      </p:sp>
      <p:sp>
        <p:nvSpPr>
          <p:cNvPr id="37" name="">
            <a:extLst xmlns:a="http://schemas.openxmlformats.org/drawingml/2006/main">
              <a:ext uri="{FF2B5EF4-FFF2-40B4-BE49-F238E27FC236}">
                <a16:creationId xmlns:a16="http://schemas.microsoft.com/office/drawing/2014/main" id="{3C5BD579-40D6-4A91-8136-57C6805FE0AF}"/>
              </a:ext>
            </a:extLst>
          </p:cNvPr>
          <p:cNvSpPr>
            <a:spLocks xmlns:a="http://schemas.openxmlformats.org/drawingml/2006/main" noGrp="1"/>
          </p:cNvSpPr>
          <p:nvPr/>
        </p:nvSpPr>
        <p:spPr>
          <a:xfrm xmlns:a="http://schemas.openxmlformats.org/drawingml/2006/main">
            <a:off x="6934200" y="3162300"/>
            <a:ext cx="2990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5B6B73"/>
                </a:solidFill>
                <a:latin typeface="Segoe UI"/>
                <a:ea typeface="Segoe UI"/>
                <a:cs typeface="Segoe UI"/>
              </a:defRPr>
            </a:pPr>
            <a:r>
              <a:rPr sz="788" b="0">
                <a:solidFill>
                  <a:srgbClr val="5B6B73"/>
                </a:solidFill>
                <a:latin typeface="Segoe UI"/>
                <a:ea typeface="Segoe UI"/>
                <a:cs typeface="Segoe UI"/>
              </a:rPr>
              <a:t>Chứa logic nghiệp vụ, tìm kiếm, quan hệ, xuất báo cáo.</a:t>
            </a:r>
          </a:p>
        </p:txBody>
      </p:sp>
      <p:sp>
        <p:nvSpPr>
          <p:cNvPr id="38" name="">
            <a:extLst xmlns:a="http://schemas.openxmlformats.org/drawingml/2006/main">
              <a:ext uri="{FF2B5EF4-FFF2-40B4-BE49-F238E27FC236}">
                <a16:creationId xmlns:a16="http://schemas.microsoft.com/office/drawing/2014/main" id="{F366AE9D-93F3-45D9-AD68-FA28113C582C}"/>
              </a:ext>
            </a:extLst>
          </p:cNvPr>
          <p:cNvSpPr>
            <a:spLocks xmlns:a="http://schemas.openxmlformats.org/drawingml/2006/main" noGrp="1"/>
          </p:cNvSpPr>
          <p:nvPr/>
        </p:nvSpPr>
        <p:spPr>
          <a:xfrm xmlns:a="http://schemas.openxmlformats.org/drawingml/2006/main">
            <a:off x="6381750" y="3771900"/>
            <a:ext cx="4171950" cy="628650"/>
          </a:xfrm>
          <a:prstGeom xmlns:a="http://schemas.openxmlformats.org/drawingml/2006/main" prst="rect">
            <a:avLst/>
          </a:prstGeom>
          <a:solidFill xmlns:a="http://schemas.openxmlformats.org/drawingml/2006/main">
            <a:srgbClr val="0F766E">
              <a:alpha val="12549"/>
            </a:srgbClr>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CC649F61-0764-4740-A7F9-D09B169D7393}"/>
              </a:ext>
            </a:extLst>
          </p:cNvPr>
          <p:cNvSpPr>
            <a:spLocks xmlns:a="http://schemas.openxmlformats.org/drawingml/2006/main" noGrp="1"/>
          </p:cNvSpPr>
          <p:nvPr/>
        </p:nvSpPr>
        <p:spPr>
          <a:xfrm xmlns:a="http://schemas.openxmlformats.org/drawingml/2006/main">
            <a:off x="6305550" y="3676650"/>
            <a:ext cx="4171950" cy="628650"/>
          </a:xfrm>
          <a:prstGeom xmlns:a="http://schemas.openxmlformats.org/drawingml/2006/main" prst="rect">
            <a:avLst/>
          </a:prstGeom>
          <a:solidFill xmlns:a="http://schemas.openxmlformats.org/drawingml/2006/main">
            <a:srgbClr val="FFFFFF">
              <a:alpha val="90196"/>
            </a:srgbClr>
          </a:solidFill>
          <a:ln xmlns:a="http://schemas.openxmlformats.org/drawingml/2006/main" w="9525">
            <a:solidFill>
              <a:srgbClr val="FFFFFF"/>
            </a:solidFill>
            <a:prstDash val="solid"/>
          </a:ln>
        </p:spPr>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ca341e1055c24a77">
            <a:extLst>
              <a:ext uri="{96DAC541-7B7A-43D3-8B79-37D633B846F1}">
                <asvg:svgBlip xmlns:asvg="http://schemas.microsoft.com/office/drawing/2016/SVG/main" r:embed="R66fd3a579a564789"/>
              </a:ext>
            </a:extLst>
          </a:blip>
          <a:stretch xmlns:a="http://schemas.openxmlformats.org/drawingml/2006/main"/>
        </p:blipFill>
        <p:spPr>
          <a:xfrm xmlns:a="http://schemas.openxmlformats.org/drawingml/2006/main">
            <a:off x="6515100" y="3848100"/>
            <a:ext cx="247650" cy="247650"/>
          </a:xfrm>
          <a:prstGeom xmlns:a="http://schemas.openxmlformats.org/drawingml/2006/main" prst="rect">
            <a:avLst/>
          </a:prstGeom>
        </p:spPr>
      </p:pic>
      <p:sp>
        <p:nvSpPr>
          <p:cNvPr id="41" name="">
            <a:extLst xmlns:a="http://schemas.openxmlformats.org/drawingml/2006/main">
              <a:ext uri="{FF2B5EF4-FFF2-40B4-BE49-F238E27FC236}">
                <a16:creationId xmlns:a16="http://schemas.microsoft.com/office/drawing/2014/main" id="{97D72822-75F6-472B-A5FC-CD8BD28D27F5}"/>
              </a:ext>
            </a:extLst>
          </p:cNvPr>
          <p:cNvSpPr>
            <a:spLocks xmlns:a="http://schemas.openxmlformats.org/drawingml/2006/main" noGrp="1"/>
          </p:cNvSpPr>
          <p:nvPr/>
        </p:nvSpPr>
        <p:spPr>
          <a:xfrm xmlns:a="http://schemas.openxmlformats.org/drawingml/2006/main">
            <a:off x="6934200" y="3810000"/>
            <a:ext cx="1238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2F3A"/>
                </a:solidFill>
                <a:latin typeface="Segoe UI"/>
                <a:ea typeface="Segoe UI"/>
                <a:cs typeface="Segoe UI"/>
              </a:defRPr>
            </a:pPr>
            <a:r>
              <a:rPr sz="1125" b="1">
                <a:solidFill>
                  <a:srgbClr val="0F2F3A"/>
                </a:solidFill>
                <a:latin typeface="Segoe UI"/>
                <a:ea typeface="Segoe UI"/>
                <a:cs typeface="Segoe UI"/>
              </a:rPr>
              <a:t>Models</a:t>
            </a:r>
          </a:p>
        </p:txBody>
      </p:sp>
      <p:sp>
        <p:nvSpPr>
          <p:cNvPr id="42" name="">
            <a:extLst xmlns:a="http://schemas.openxmlformats.org/drawingml/2006/main">
              <a:ext uri="{FF2B5EF4-FFF2-40B4-BE49-F238E27FC236}">
                <a16:creationId xmlns:a16="http://schemas.microsoft.com/office/drawing/2014/main" id="{4D760469-9A23-4F2C-B032-6BDCC0E652BB}"/>
              </a:ext>
            </a:extLst>
          </p:cNvPr>
          <p:cNvSpPr>
            <a:spLocks xmlns:a="http://schemas.openxmlformats.org/drawingml/2006/main" noGrp="1"/>
          </p:cNvSpPr>
          <p:nvPr/>
        </p:nvSpPr>
        <p:spPr>
          <a:xfrm xmlns:a="http://schemas.openxmlformats.org/drawingml/2006/main">
            <a:off x="6934200" y="4038600"/>
            <a:ext cx="2990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5B6B73"/>
                </a:solidFill>
                <a:latin typeface="Segoe UI"/>
                <a:ea typeface="Segoe UI"/>
                <a:cs typeface="Segoe UI"/>
              </a:defRPr>
            </a:pPr>
            <a:r>
              <a:rPr sz="788" b="0">
                <a:solidFill>
                  <a:srgbClr val="5B6B73"/>
                </a:solidFill>
                <a:latin typeface="Segoe UI"/>
                <a:ea typeface="Segoe UI"/>
                <a:cs typeface="Segoe UI"/>
              </a:rPr>
              <a:t>Định nghĩa schema dữ liệu tập trung bằng SQLAlchemy.</a:t>
            </a:r>
          </a:p>
        </p:txBody>
      </p:sp>
      <p:sp>
        <p:nvSpPr>
          <p:cNvPr id="43" name="">
            <a:extLst xmlns:a="http://schemas.openxmlformats.org/drawingml/2006/main">
              <a:ext uri="{FF2B5EF4-FFF2-40B4-BE49-F238E27FC236}">
                <a16:creationId xmlns:a16="http://schemas.microsoft.com/office/drawing/2014/main" id="{95EE6E2E-06C1-46F8-8043-6B85DB9330F7}"/>
              </a:ext>
            </a:extLst>
          </p:cNvPr>
          <p:cNvSpPr>
            <a:spLocks xmlns:a="http://schemas.openxmlformats.org/drawingml/2006/main" noGrp="1"/>
          </p:cNvSpPr>
          <p:nvPr/>
        </p:nvSpPr>
        <p:spPr>
          <a:xfrm xmlns:a="http://schemas.openxmlformats.org/drawingml/2006/main">
            <a:off x="6381750" y="4648200"/>
            <a:ext cx="4171950" cy="628650"/>
          </a:xfrm>
          <a:prstGeom xmlns:a="http://schemas.openxmlformats.org/drawingml/2006/main" prst="rect">
            <a:avLst/>
          </a:prstGeom>
          <a:solidFill xmlns:a="http://schemas.openxmlformats.org/drawingml/2006/main">
            <a:srgbClr val="0F766E">
              <a:alpha val="12549"/>
            </a:srgbClr>
          </a:solidFill>
          <a:ln xmlns:a="http://schemas.openxmlformats.org/drawingml/2006/main" w="0">
            <a:solidFill>
              <a:srgbClr val="000000">
                <a:alpha val="0"/>
              </a:srgbClr>
            </a:solidFill>
            <a:prstDash val="solid"/>
          </a:ln>
        </p:spPr>
      </p:sp>
      <p:sp>
        <p:nvSpPr>
          <p:cNvPr id="44" name="">
            <a:extLst xmlns:a="http://schemas.openxmlformats.org/drawingml/2006/main">
              <a:ext uri="{FF2B5EF4-FFF2-40B4-BE49-F238E27FC236}">
                <a16:creationId xmlns:a16="http://schemas.microsoft.com/office/drawing/2014/main" id="{6789DEBB-6031-4EC1-AD93-0066E0E4EC39}"/>
              </a:ext>
            </a:extLst>
          </p:cNvPr>
          <p:cNvSpPr>
            <a:spLocks xmlns:a="http://schemas.openxmlformats.org/drawingml/2006/main" noGrp="1"/>
          </p:cNvSpPr>
          <p:nvPr/>
        </p:nvSpPr>
        <p:spPr>
          <a:xfrm xmlns:a="http://schemas.openxmlformats.org/drawingml/2006/main">
            <a:off x="6305550" y="4552950"/>
            <a:ext cx="4171950" cy="628650"/>
          </a:xfrm>
          <a:prstGeom xmlns:a="http://schemas.openxmlformats.org/drawingml/2006/main" prst="rect">
            <a:avLst/>
          </a:prstGeom>
          <a:solidFill xmlns:a="http://schemas.openxmlformats.org/drawingml/2006/main">
            <a:srgbClr val="FFFFFF">
              <a:alpha val="90196"/>
            </a:srgbClr>
          </a:solidFill>
          <a:ln xmlns:a="http://schemas.openxmlformats.org/drawingml/2006/main" w="9525">
            <a:solidFill>
              <a:srgbClr val="FFFFFF"/>
            </a:solidFill>
            <a:prstDash val="solid"/>
          </a:ln>
        </p:spPr>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829fff047f73419a">
            <a:extLst>
              <a:ext uri="{96DAC541-7B7A-43D3-8B79-37D633B846F1}">
                <asvg:svgBlip xmlns:asvg="http://schemas.microsoft.com/office/drawing/2016/SVG/main" r:embed="Ra5eca0d14b1c4d54"/>
              </a:ext>
            </a:extLst>
          </a:blip>
          <a:stretch xmlns:a="http://schemas.openxmlformats.org/drawingml/2006/main"/>
        </p:blipFill>
        <p:spPr>
          <a:xfrm xmlns:a="http://schemas.openxmlformats.org/drawingml/2006/main">
            <a:off x="6515100" y="4724400"/>
            <a:ext cx="247650" cy="247650"/>
          </a:xfrm>
          <a:prstGeom xmlns:a="http://schemas.openxmlformats.org/drawingml/2006/main" prst="rect">
            <a:avLst/>
          </a:prstGeom>
        </p:spPr>
      </p:pic>
      <p:sp>
        <p:nvSpPr>
          <p:cNvPr id="46" name="">
            <a:extLst xmlns:a="http://schemas.openxmlformats.org/drawingml/2006/main">
              <a:ext uri="{FF2B5EF4-FFF2-40B4-BE49-F238E27FC236}">
                <a16:creationId xmlns:a16="http://schemas.microsoft.com/office/drawing/2014/main" id="{85374019-A49F-4AE9-8287-28E4716C660F}"/>
              </a:ext>
            </a:extLst>
          </p:cNvPr>
          <p:cNvSpPr>
            <a:spLocks xmlns:a="http://schemas.openxmlformats.org/drawingml/2006/main" noGrp="1"/>
          </p:cNvSpPr>
          <p:nvPr/>
        </p:nvSpPr>
        <p:spPr>
          <a:xfrm xmlns:a="http://schemas.openxmlformats.org/drawingml/2006/main">
            <a:off x="6934200" y="4686300"/>
            <a:ext cx="1238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2F3A"/>
                </a:solidFill>
                <a:latin typeface="Segoe UI"/>
                <a:ea typeface="Segoe UI"/>
                <a:cs typeface="Segoe UI"/>
              </a:defRPr>
            </a:pPr>
            <a:r>
              <a:rPr sz="1125" b="1">
                <a:solidFill>
                  <a:srgbClr val="0F2F3A"/>
                </a:solidFill>
                <a:latin typeface="Segoe UI"/>
                <a:ea typeface="Segoe UI"/>
                <a:cs typeface="Segoe UI"/>
              </a:rPr>
              <a:t>Templates</a:t>
            </a:r>
          </a:p>
        </p:txBody>
      </p:sp>
      <p:sp>
        <p:nvSpPr>
          <p:cNvPr id="47" name="">
            <a:extLst xmlns:a="http://schemas.openxmlformats.org/drawingml/2006/main">
              <a:ext uri="{FF2B5EF4-FFF2-40B4-BE49-F238E27FC236}">
                <a16:creationId xmlns:a16="http://schemas.microsoft.com/office/drawing/2014/main" id="{CF0EFFA0-0E81-4493-B6EB-F51C341C7E73}"/>
              </a:ext>
            </a:extLst>
          </p:cNvPr>
          <p:cNvSpPr>
            <a:spLocks xmlns:a="http://schemas.openxmlformats.org/drawingml/2006/main" noGrp="1"/>
          </p:cNvSpPr>
          <p:nvPr/>
        </p:nvSpPr>
        <p:spPr>
          <a:xfrm xmlns:a="http://schemas.openxmlformats.org/drawingml/2006/main">
            <a:off x="6934200" y="4914900"/>
            <a:ext cx="2990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5B6B73"/>
                </a:solidFill>
                <a:latin typeface="Segoe UI"/>
                <a:ea typeface="Segoe UI"/>
                <a:cs typeface="Segoe UI"/>
              </a:defRPr>
            </a:pPr>
            <a:r>
              <a:rPr sz="788" b="0">
                <a:solidFill>
                  <a:srgbClr val="5B6B73"/>
                </a:solidFill>
                <a:latin typeface="Segoe UI"/>
                <a:ea typeface="Segoe UI"/>
                <a:cs typeface="Segoe UI"/>
              </a:rPr>
              <a:t>Giao diện Jinja2, Tailwind, HTMX, Alpine.js.</a:t>
            </a:r>
          </a:p>
        </p:txBody>
      </p:sp>
      <p:sp>
        <p:nvSpPr>
          <p:cNvPr id="48" name="">
            <a:extLst xmlns:a="http://schemas.openxmlformats.org/drawingml/2006/main">
              <a:ext uri="{FF2B5EF4-FFF2-40B4-BE49-F238E27FC236}">
                <a16:creationId xmlns:a16="http://schemas.microsoft.com/office/drawing/2014/main" id="{C784128F-AD39-4A80-942A-2E6A9F6EC2F0}"/>
              </a:ext>
            </a:extLst>
          </p:cNvPr>
          <p:cNvSpPr>
            <a:spLocks xmlns:a="http://schemas.openxmlformats.org/drawingml/2006/main" noGrp="1"/>
          </p:cNvSpPr>
          <p:nvPr/>
        </p:nvSpPr>
        <p:spPr>
          <a:xfrm xmlns:a="http://schemas.openxmlformats.org/drawingml/2006/main">
            <a:off x="6324600" y="5467350"/>
            <a:ext cx="4171950" cy="285750"/>
          </a:xfrm>
          <a:prstGeom xmlns:a="http://schemas.openxmlformats.org/drawingml/2006/main" prst="rect">
            <a:avLst/>
          </a:prstGeom>
          <a:solidFill xmlns:a="http://schemas.openxmlformats.org/drawingml/2006/main">
            <a:srgbClr val="0F766E"/>
          </a:solidFill>
          <a:ln xmlns:a="http://schemas.openxmlformats.org/drawingml/2006/main" w="0">
            <a:solidFill>
              <a:srgbClr val="000000">
                <a:alpha val="0"/>
              </a:srgbClr>
            </a:solidFill>
            <a:prstDash val="solid"/>
          </a:ln>
        </p:spPr>
      </p:sp>
      <p:sp>
        <p:nvSpPr>
          <p:cNvPr id="49" name="">
            <a:extLst xmlns:a="http://schemas.openxmlformats.org/drawingml/2006/main">
              <a:ext uri="{FF2B5EF4-FFF2-40B4-BE49-F238E27FC236}">
                <a16:creationId xmlns:a16="http://schemas.microsoft.com/office/drawing/2014/main" id="{F183E8D4-1B53-4847-AD72-DD228202F22C}"/>
              </a:ext>
            </a:extLst>
          </p:cNvPr>
          <p:cNvSpPr>
            <a:spLocks xmlns:a="http://schemas.openxmlformats.org/drawingml/2006/main" noGrp="1"/>
          </p:cNvSpPr>
          <p:nvPr/>
        </p:nvSpPr>
        <p:spPr>
          <a:xfrm xmlns:a="http://schemas.openxmlformats.org/drawingml/2006/main">
            <a:off x="6438900" y="5534025"/>
            <a:ext cx="39433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DDF7EC"/>
                </a:solidFill>
                <a:latin typeface="Consolas"/>
                <a:ea typeface="Consolas"/>
                <a:cs typeface="Consolas"/>
              </a:defRPr>
            </a:pPr>
            <a:r>
              <a:rPr sz="750" b="0">
                <a:solidFill>
                  <a:srgbClr val="DDF7EC"/>
                </a:solidFill>
                <a:latin typeface="Consolas"/>
                <a:ea typeface="Consolas"/>
                <a:cs typeface="Consolas"/>
              </a:rPr>
              <a:t>Quy tắc nâng cấp: schemas → services → routes → templates</a:t>
            </a:r>
          </a:p>
        </p:txBody>
      </p:sp>
      <p:sp>
        <p:nvSpPr>
          <p:cNvPr id="50" name="">
            <a:extLst xmlns:a="http://schemas.openxmlformats.org/drawingml/2006/main">
              <a:ext uri="{FF2B5EF4-FFF2-40B4-BE49-F238E27FC236}">
                <a16:creationId xmlns:a16="http://schemas.microsoft.com/office/drawing/2014/main" id="{51C84B1A-B237-40E5-86E6-125E0A9C15B8}"/>
              </a:ext>
            </a:extLst>
          </p:cNvPr>
          <p:cNvSpPr>
            <a:spLocks xmlns:a="http://schemas.openxmlformats.org/drawingml/2006/main" noGrp="1"/>
          </p:cNvSpPr>
          <p:nvPr/>
        </p:nvSpPr>
        <p:spPr>
          <a:xfrm xmlns:a="http://schemas.openxmlformats.org/drawingml/2006/main">
            <a:off x="590550" y="6419850"/>
            <a:ext cx="9715500" cy="9525"/>
          </a:xfrm>
          <a:prstGeom xmlns:a="http://schemas.openxmlformats.org/drawingml/2006/main" prst="rect">
            <a:avLst/>
          </a:prstGeom>
          <a:solidFill xmlns:a="http://schemas.openxmlformats.org/drawingml/2006/main">
            <a:srgbClr val="B6D8CF"/>
          </a:solidFill>
          <a:ln xmlns:a="http://schemas.openxmlformats.org/drawingml/2006/main" w="0">
            <a:solidFill>
              <a:srgbClr val="000000">
                <a:alpha val="0"/>
              </a:srgbClr>
            </a:solidFill>
            <a:prstDash val="solid"/>
          </a:ln>
        </p:spPr>
      </p:sp>
      <p:sp>
        <p:nvSpPr>
          <p:cNvPr id="51" name="">
            <a:extLst xmlns:a="http://schemas.openxmlformats.org/drawingml/2006/main">
              <a:ext uri="{FF2B5EF4-FFF2-40B4-BE49-F238E27FC236}">
                <a16:creationId xmlns:a16="http://schemas.microsoft.com/office/drawing/2014/main" id="{45605B08-975D-4DB7-B9F8-85446F4BBB9F}"/>
              </a:ext>
            </a:extLst>
          </p:cNvPr>
          <p:cNvSpPr>
            <a:spLocks xmlns:a="http://schemas.openxmlformats.org/drawingml/2006/main" noGrp="1"/>
          </p:cNvSpPr>
          <p:nvPr/>
        </p:nvSpPr>
        <p:spPr>
          <a:xfrm xmlns:a="http://schemas.openxmlformats.org/drawingml/2006/main">
            <a:off x="590550" y="6515100"/>
            <a:ext cx="7239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8AA0A6"/>
                </a:solidFill>
                <a:latin typeface="Segoe UI"/>
                <a:ea typeface="Segoe UI"/>
                <a:cs typeface="Segoe UI"/>
              </a:defRPr>
            </a:pPr>
            <a:r>
              <a:rPr sz="638" b="0">
                <a:solidFill>
                  <a:srgbClr val="8AA0A6"/>
                </a:solidFill>
                <a:latin typeface="Segoe UI"/>
                <a:ea typeface="Segoe UI"/>
                <a:cs typeface="Segoe UI"/>
              </a:rPr>
              <a:t>Nguồn: README(VCFE).md, CLAUDE.md, ảnh frontend trong repository</a:t>
            </a:r>
          </a:p>
        </p:txBody>
      </p:sp>
      <p:sp>
        <p:nvSpPr>
          <p:cNvPr id="52" name="">
            <a:extLst xmlns:a="http://schemas.openxmlformats.org/drawingml/2006/main">
              <a:ext uri="{FF2B5EF4-FFF2-40B4-BE49-F238E27FC236}">
                <a16:creationId xmlns:a16="http://schemas.microsoft.com/office/drawing/2014/main" id="{9FB00C3E-87C5-4A7B-AD9E-5CF1BBD712FB}"/>
              </a:ext>
            </a:extLst>
          </p:cNvPr>
          <p:cNvSpPr>
            <a:spLocks xmlns:a="http://schemas.openxmlformats.org/drawingml/2006/main" noGrp="1"/>
          </p:cNvSpPr>
          <p:nvPr/>
        </p:nvSpPr>
        <p:spPr>
          <a:xfrm xmlns:a="http://schemas.openxmlformats.org/drawingml/2006/main">
            <a:off x="11106150" y="6477000"/>
            <a:ext cx="5143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0F766E"/>
                </a:solidFill>
                <a:latin typeface="Segoe UI"/>
                <a:ea typeface="Segoe UI"/>
                <a:cs typeface="Segoe UI"/>
              </a:defRPr>
            </a:pPr>
            <a:r>
              <a:rPr sz="900" b="1">
                <a:solidFill>
                  <a:srgbClr val="0F766E"/>
                </a:solidFill>
                <a:latin typeface="Segoe UI"/>
                <a:ea typeface="Segoe UI"/>
                <a:cs typeface="Segoe UI"/>
              </a:rPr>
              <a:t>05</a:t>
            </a:r>
          </a:p>
        </p:txBody>
      </p:sp>
    </p:spTree>
    <p:extLst>
      <p:ext uri="{BB962C8B-B14F-4D97-AF65-F5344CB8AC3E}">
        <p14:creationId xmlns:p14="http://schemas.microsoft.com/office/powerpoint/2010/main" val="171061792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2F0AE18-D6C8-4DEF-9632-A24FF7568F2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2FBF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BFCBD2D4-AC6D-4CE3-A723-B9ED0E462CA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DDF3E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49EDAA7E-BA67-45CC-AA23-0E11E8C13A82}"/>
              </a:ext>
            </a:extLst>
          </p:cNvPr>
          <p:cNvSpPr>
            <a:spLocks xmlns:a="http://schemas.openxmlformats.org/drawingml/2006/main" noGrp="1"/>
          </p:cNvSpPr>
          <p:nvPr/>
        </p:nvSpPr>
        <p:spPr>
          <a:xfrm xmlns:a="http://schemas.openxmlformats.org/drawingml/2006/main">
            <a:off x="11982450" y="0"/>
            <a:ext cx="209550" cy="6858000"/>
          </a:xfrm>
          <a:prstGeom xmlns:a="http://schemas.openxmlformats.org/drawingml/2006/main" prst="rect">
            <a:avLst/>
          </a:prstGeom>
          <a:solidFill xmlns:a="http://schemas.openxmlformats.org/drawingml/2006/main">
            <a:srgbClr val="CBEADF"/>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CAA97DF8-A55F-4CFC-B22A-2615BBEABD93}"/>
              </a:ext>
            </a:extLst>
          </p:cNvPr>
          <p:cNvSpPr>
            <a:spLocks xmlns:a="http://schemas.openxmlformats.org/drawingml/2006/main" noGrp="1"/>
          </p:cNvSpPr>
          <p:nvPr/>
        </p:nvSpPr>
        <p:spPr>
          <a:xfrm xmlns:a="http://schemas.openxmlformats.org/drawingml/2006/main">
            <a:off x="0" y="6076950"/>
            <a:ext cx="12192000" cy="781050"/>
          </a:xfrm>
          <a:prstGeom xmlns:a="http://schemas.openxmlformats.org/drawingml/2006/main" prst="rect">
            <a:avLst/>
          </a:prstGeom>
          <a:solidFill xmlns:a="http://schemas.openxmlformats.org/drawingml/2006/main">
            <a:srgbClr val="CFEADF"/>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9BF38337-EFBC-490F-B147-F3ACC50D5411}"/>
              </a:ext>
            </a:extLst>
          </p:cNvPr>
          <p:cNvSpPr>
            <a:spLocks xmlns:a="http://schemas.openxmlformats.org/drawingml/2006/main" noGrp="1"/>
          </p:cNvSpPr>
          <p:nvPr/>
        </p:nvSpPr>
        <p:spPr>
          <a:xfrm xmlns:a="http://schemas.openxmlformats.org/drawingml/2006/main">
            <a:off x="685800" y="781050"/>
            <a:ext cx="838200" cy="9525"/>
          </a:xfrm>
          <a:prstGeom xmlns:a="http://schemas.openxmlformats.org/drawingml/2006/main" prst="rect">
            <a:avLst/>
          </a:prstGeom>
          <a:solidFill xmlns:a="http://schemas.openxmlformats.org/drawingml/2006/main">
            <a:srgbClr val="6FCFAD">
              <a:alpha val="40000"/>
            </a:srgbClr>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18D59623-BE77-4C2C-B073-39E88EF36521}"/>
              </a:ext>
            </a:extLst>
          </p:cNvPr>
          <p:cNvSpPr>
            <a:spLocks xmlns:a="http://schemas.openxmlformats.org/drawingml/2006/main" noGrp="1"/>
          </p:cNvSpPr>
          <p:nvPr/>
        </p:nvSpPr>
        <p:spPr>
          <a:xfrm xmlns:a="http://schemas.openxmlformats.org/drawingml/2006/main">
            <a:off x="2114550" y="895350"/>
            <a:ext cx="838200" cy="9525"/>
          </a:xfrm>
          <a:prstGeom xmlns:a="http://schemas.openxmlformats.org/drawingml/2006/main" prst="rect">
            <a:avLst/>
          </a:prstGeom>
          <a:solidFill xmlns:a="http://schemas.openxmlformats.org/drawingml/2006/main">
            <a:srgbClr val="6FCFAD">
              <a:alpha val="40000"/>
            </a:srgbClr>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CC897B3C-9860-4C84-8A98-D7A65100B169}"/>
              </a:ext>
            </a:extLst>
          </p:cNvPr>
          <p:cNvSpPr>
            <a:spLocks xmlns:a="http://schemas.openxmlformats.org/drawingml/2006/main" noGrp="1"/>
          </p:cNvSpPr>
          <p:nvPr/>
        </p:nvSpPr>
        <p:spPr>
          <a:xfrm xmlns:a="http://schemas.openxmlformats.org/drawingml/2006/main">
            <a:off x="3543300" y="1009650"/>
            <a:ext cx="838200" cy="9525"/>
          </a:xfrm>
          <a:prstGeom xmlns:a="http://schemas.openxmlformats.org/drawingml/2006/main" prst="rect">
            <a:avLst/>
          </a:prstGeom>
          <a:solidFill xmlns:a="http://schemas.openxmlformats.org/drawingml/2006/main">
            <a:srgbClr val="6FCFAD">
              <a:alpha val="40000"/>
            </a:srgbClr>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02583136-2FDF-446F-B660-1A8F5C7532F1}"/>
              </a:ext>
            </a:extLst>
          </p:cNvPr>
          <p:cNvSpPr>
            <a:spLocks xmlns:a="http://schemas.openxmlformats.org/drawingml/2006/main" noGrp="1"/>
          </p:cNvSpPr>
          <p:nvPr/>
        </p:nvSpPr>
        <p:spPr>
          <a:xfrm xmlns:a="http://schemas.openxmlformats.org/drawingml/2006/main">
            <a:off x="4972050" y="1123950"/>
            <a:ext cx="838200" cy="9525"/>
          </a:xfrm>
          <a:prstGeom xmlns:a="http://schemas.openxmlformats.org/drawingml/2006/main" prst="rect">
            <a:avLst/>
          </a:prstGeom>
          <a:solidFill xmlns:a="http://schemas.openxmlformats.org/drawingml/2006/main">
            <a:srgbClr val="6FCFAD">
              <a:alpha val="40000"/>
            </a:srgbClr>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2C69683C-1288-46B5-8DD2-4F4F856AEEAF}"/>
              </a:ext>
            </a:extLst>
          </p:cNvPr>
          <p:cNvSpPr>
            <a:spLocks xmlns:a="http://schemas.openxmlformats.org/drawingml/2006/main" noGrp="1"/>
          </p:cNvSpPr>
          <p:nvPr/>
        </p:nvSpPr>
        <p:spPr>
          <a:xfrm xmlns:a="http://schemas.openxmlformats.org/drawingml/2006/main">
            <a:off x="6400800" y="1238250"/>
            <a:ext cx="838200" cy="9525"/>
          </a:xfrm>
          <a:prstGeom xmlns:a="http://schemas.openxmlformats.org/drawingml/2006/main" prst="rect">
            <a:avLst/>
          </a:prstGeom>
          <a:solidFill xmlns:a="http://schemas.openxmlformats.org/drawingml/2006/main">
            <a:srgbClr val="6FCFAD">
              <a:alpha val="40000"/>
            </a:srgbClr>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631653E6-962E-4B49-9C0D-AADAA9FB1CEC}"/>
              </a:ext>
            </a:extLst>
          </p:cNvPr>
          <p:cNvSpPr>
            <a:spLocks xmlns:a="http://schemas.openxmlformats.org/drawingml/2006/main" noGrp="1"/>
          </p:cNvSpPr>
          <p:nvPr/>
        </p:nvSpPr>
        <p:spPr>
          <a:xfrm xmlns:a="http://schemas.openxmlformats.org/drawingml/2006/main">
            <a:off x="7829550" y="1352550"/>
            <a:ext cx="838200" cy="9525"/>
          </a:xfrm>
          <a:prstGeom xmlns:a="http://schemas.openxmlformats.org/drawingml/2006/main" prst="rect">
            <a:avLst/>
          </a:prstGeom>
          <a:solidFill xmlns:a="http://schemas.openxmlformats.org/drawingml/2006/main">
            <a:srgbClr val="6FCFAD">
              <a:alpha val="40000"/>
            </a:srgbClr>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6C922E6B-35AD-413F-98A3-654A34E78B23}"/>
              </a:ext>
            </a:extLst>
          </p:cNvPr>
          <p:cNvSpPr>
            <a:spLocks xmlns:a="http://schemas.openxmlformats.org/drawingml/2006/main" noGrp="1"/>
          </p:cNvSpPr>
          <p:nvPr/>
        </p:nvSpPr>
        <p:spPr>
          <a:xfrm xmlns:a="http://schemas.openxmlformats.org/drawingml/2006/main">
            <a:off x="9258300" y="1466850"/>
            <a:ext cx="838200" cy="9525"/>
          </a:xfrm>
          <a:prstGeom xmlns:a="http://schemas.openxmlformats.org/drawingml/2006/main" prst="rect">
            <a:avLst/>
          </a:prstGeom>
          <a:solidFill xmlns:a="http://schemas.openxmlformats.org/drawingml/2006/main">
            <a:srgbClr val="6FCFAD">
              <a:alpha val="40000"/>
            </a:srgbClr>
          </a:solidFill>
          <a:ln xmlns:a="http://schemas.openxmlformats.org/drawingml/2006/main" w="0">
            <a:solidFill>
              <a:srgbClr val="000000">
                <a:alpha val="0"/>
              </a:srgbClr>
            </a:solidFill>
            <a:prstDash val="solid"/>
          </a:ln>
        </p:spPr>
      </p:sp>
      <p:sp>
        <p:nvSpPr>
          <p:cNvPr id="12" name="kicker-6-marker">
            <a:extLst xmlns:a="http://schemas.openxmlformats.org/drawingml/2006/main">
              <a:ext uri="{FF2B5EF4-FFF2-40B4-BE49-F238E27FC236}">
                <a16:creationId xmlns:a16="http://schemas.microsoft.com/office/drawing/2014/main" id="{47EEF81A-90F2-44B2-8E0C-0A2B1EC08337}"/>
              </a:ext>
            </a:extLst>
          </p:cNvPr>
          <p:cNvSpPr>
            <a:spLocks xmlns:a="http://schemas.openxmlformats.org/drawingml/2006/main" noGrp="1"/>
          </p:cNvSpPr>
          <p:nvPr/>
        </p:nvSpPr>
        <p:spPr>
          <a:xfrm xmlns:a="http://schemas.openxmlformats.org/drawingml/2006/main">
            <a:off x="590550" y="514350"/>
            <a:ext cx="85725" cy="85725"/>
          </a:xfrm>
          <a:prstGeom xmlns:a="http://schemas.openxmlformats.org/drawingml/2006/main" prst="rect">
            <a:avLst/>
          </a:prstGeom>
          <a:solidFill xmlns:a="http://schemas.openxmlformats.org/drawingml/2006/main">
            <a:srgbClr val="059669"/>
          </a:solidFill>
          <a:ln xmlns:a="http://schemas.openxmlformats.org/drawingml/2006/main" w="0">
            <a:solidFill>
              <a:srgbClr val="000000">
                <a:alpha val="0"/>
              </a:srgbClr>
            </a:solidFill>
            <a:prstDash val="solid"/>
          </a:ln>
        </p:spPr>
      </p:sp>
      <p:sp>
        <p:nvSpPr>
          <p:cNvPr id="13" name="kicker-6-label">
            <a:extLst xmlns:a="http://schemas.openxmlformats.org/drawingml/2006/main">
              <a:ext uri="{FF2B5EF4-FFF2-40B4-BE49-F238E27FC236}">
                <a16:creationId xmlns:a16="http://schemas.microsoft.com/office/drawing/2014/main" id="{5730C3DB-F37B-4CE3-888E-FD3F555F7EAB}"/>
              </a:ext>
            </a:extLst>
          </p:cNvPr>
          <p:cNvSpPr>
            <a:spLocks xmlns:a="http://schemas.openxmlformats.org/drawingml/2006/main" noGrp="1"/>
          </p:cNvSpPr>
          <p:nvPr/>
        </p:nvSpPr>
        <p:spPr>
          <a:xfrm xmlns:a="http://schemas.openxmlformats.org/drawingml/2006/main">
            <a:off x="781050" y="457200"/>
            <a:ext cx="4000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88" b="1">
                <a:solidFill>
                  <a:srgbClr val="0F766E"/>
                </a:solidFill>
                <a:latin typeface="Segoe UI"/>
                <a:ea typeface="Segoe UI"/>
                <a:cs typeface="Segoe UI"/>
              </a:defRPr>
            </a:pPr>
            <a:r>
              <a:rPr sz="788" b="1">
                <a:solidFill>
                  <a:srgbClr val="0F766E"/>
                </a:solidFill>
                <a:latin typeface="Segoe UI"/>
                <a:ea typeface="Segoe UI"/>
                <a:cs typeface="Segoe UI"/>
              </a:rPr>
              <a:t>HƯỚNG DẪN KHỞI CHẠY</a:t>
            </a:r>
          </a:p>
        </p:txBody>
      </p:sp>
      <p:sp>
        <p:nvSpPr>
          <p:cNvPr id="14" name="">
            <a:extLst xmlns:a="http://schemas.openxmlformats.org/drawingml/2006/main">
              <a:ext uri="{FF2B5EF4-FFF2-40B4-BE49-F238E27FC236}">
                <a16:creationId xmlns:a16="http://schemas.microsoft.com/office/drawing/2014/main" id="{E711CD37-0317-4C96-8311-8D12594439F0}"/>
              </a:ext>
            </a:extLst>
          </p:cNvPr>
          <p:cNvSpPr>
            <a:spLocks xmlns:a="http://schemas.openxmlformats.org/drawingml/2006/main" noGrp="1"/>
          </p:cNvSpPr>
          <p:nvPr/>
        </p:nvSpPr>
        <p:spPr>
          <a:xfrm xmlns:a="http://schemas.openxmlformats.org/drawingml/2006/main">
            <a:off x="590550" y="819150"/>
            <a:ext cx="685800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625" b="1">
                <a:solidFill>
                  <a:srgbClr val="0F2F3A"/>
                </a:solidFill>
                <a:latin typeface="Segoe UI"/>
                <a:ea typeface="Segoe UI"/>
                <a:cs typeface="Segoe UI"/>
              </a:defRPr>
            </a:pPr>
            <a:r>
              <a:rPr sz="2625" b="1">
                <a:solidFill>
                  <a:srgbClr val="0F2F3A"/>
                </a:solidFill>
                <a:latin typeface="Segoe UI"/>
                <a:ea typeface="Segoe UI"/>
                <a:cs typeface="Segoe UI"/>
              </a:rPr>
              <a:t>Bảo mật được xử lý ở lần đầu, sau đó launcher giúp mở là chạy.</a:t>
            </a:r>
          </a:p>
        </p:txBody>
      </p:sp>
      <p:sp>
        <p:nvSpPr>
          <p:cNvPr id="15" name="">
            <a:extLst xmlns:a="http://schemas.openxmlformats.org/drawingml/2006/main">
              <a:ext uri="{FF2B5EF4-FFF2-40B4-BE49-F238E27FC236}">
                <a16:creationId xmlns:a16="http://schemas.microsoft.com/office/drawing/2014/main" id="{A8B177D3-2508-4D88-8538-E64925FBAD23}"/>
              </a:ext>
            </a:extLst>
          </p:cNvPr>
          <p:cNvSpPr>
            <a:spLocks xmlns:a="http://schemas.openxmlformats.org/drawingml/2006/main" noGrp="1"/>
          </p:cNvSpPr>
          <p:nvPr/>
        </p:nvSpPr>
        <p:spPr>
          <a:xfrm xmlns:a="http://schemas.openxmlformats.org/drawingml/2006/main">
            <a:off x="819150" y="1847850"/>
            <a:ext cx="3429000" cy="285750"/>
          </a:xfrm>
          <a:prstGeom xmlns:a="http://schemas.openxmlformats.org/drawingml/2006/main" prst="rect">
            <a:avLst/>
          </a:prstGeom>
          <a:solidFill xmlns:a="http://schemas.openxmlformats.org/drawingml/2006/main">
            <a:srgbClr val="073B4C"/>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E9836AB5-58DE-4F27-A37B-EB5182F6862E}"/>
              </a:ext>
            </a:extLst>
          </p:cNvPr>
          <p:cNvSpPr>
            <a:spLocks xmlns:a="http://schemas.openxmlformats.org/drawingml/2006/main" noGrp="1"/>
          </p:cNvSpPr>
          <p:nvPr/>
        </p:nvSpPr>
        <p:spPr>
          <a:xfrm xmlns:a="http://schemas.openxmlformats.org/drawingml/2006/main">
            <a:off x="933450" y="1914525"/>
            <a:ext cx="32004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DDF7EC"/>
                </a:solidFill>
                <a:latin typeface="Consolas"/>
                <a:ea typeface="Consolas"/>
                <a:cs typeface="Consolas"/>
              </a:defRPr>
            </a:pPr>
            <a:r>
              <a:rPr sz="750" b="0">
                <a:solidFill>
                  <a:srgbClr val="DDF7EC"/>
                </a:solidFill>
                <a:latin typeface="Consolas"/>
                <a:ea typeface="Consolas"/>
                <a:cs typeface="Consolas"/>
              </a:rPr>
              <a:t>pip install -r requirements.txt</a:t>
            </a:r>
          </a:p>
        </p:txBody>
      </p:sp>
      <p:sp>
        <p:nvSpPr>
          <p:cNvPr id="17" name="">
            <a:extLst xmlns:a="http://schemas.openxmlformats.org/drawingml/2006/main">
              <a:ext uri="{FF2B5EF4-FFF2-40B4-BE49-F238E27FC236}">
                <a16:creationId xmlns:a16="http://schemas.microsoft.com/office/drawing/2014/main" id="{4281E59C-4625-4DCF-9830-3B9E40A636D3}"/>
              </a:ext>
            </a:extLst>
          </p:cNvPr>
          <p:cNvSpPr>
            <a:spLocks xmlns:a="http://schemas.openxmlformats.org/drawingml/2006/main" noGrp="1"/>
          </p:cNvSpPr>
          <p:nvPr/>
        </p:nvSpPr>
        <p:spPr>
          <a:xfrm xmlns:a="http://schemas.openxmlformats.org/drawingml/2006/main">
            <a:off x="4438650" y="1847850"/>
            <a:ext cx="2686050" cy="285750"/>
          </a:xfrm>
          <a:prstGeom xmlns:a="http://schemas.openxmlformats.org/drawingml/2006/main" prst="rect">
            <a:avLst/>
          </a:prstGeom>
          <a:solidFill xmlns:a="http://schemas.openxmlformats.org/drawingml/2006/main">
            <a:srgbClr val="0F766E"/>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619C4959-D70A-439C-95BF-0E3A6E8BFEA1}"/>
              </a:ext>
            </a:extLst>
          </p:cNvPr>
          <p:cNvSpPr>
            <a:spLocks xmlns:a="http://schemas.openxmlformats.org/drawingml/2006/main" noGrp="1"/>
          </p:cNvSpPr>
          <p:nvPr/>
        </p:nvSpPr>
        <p:spPr>
          <a:xfrm xmlns:a="http://schemas.openxmlformats.org/drawingml/2006/main">
            <a:off x="4552950" y="1914525"/>
            <a:ext cx="24574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DDF7EC"/>
                </a:solidFill>
                <a:latin typeface="Consolas"/>
                <a:ea typeface="Consolas"/>
                <a:cs typeface="Consolas"/>
              </a:defRPr>
            </a:pPr>
            <a:r>
              <a:rPr sz="750" b="0">
                <a:solidFill>
                  <a:srgbClr val="DDF7EC"/>
                </a:solidFill>
                <a:latin typeface="Consolas"/>
                <a:ea typeface="Consolas"/>
                <a:cs typeface="Consolas"/>
              </a:rPr>
              <a:t>python run_server.py</a:t>
            </a:r>
          </a:p>
        </p:txBody>
      </p:sp>
      <p:sp>
        <p:nvSpPr>
          <p:cNvPr id="19" name="">
            <a:extLst xmlns:a="http://schemas.openxmlformats.org/drawingml/2006/main">
              <a:ext uri="{FF2B5EF4-FFF2-40B4-BE49-F238E27FC236}">
                <a16:creationId xmlns:a16="http://schemas.microsoft.com/office/drawing/2014/main" id="{4E8CB389-9467-478F-A260-2053CBF1CB8A}"/>
              </a:ext>
            </a:extLst>
          </p:cNvPr>
          <p:cNvSpPr>
            <a:spLocks xmlns:a="http://schemas.openxmlformats.org/drawingml/2006/main" noGrp="1"/>
          </p:cNvSpPr>
          <p:nvPr/>
        </p:nvSpPr>
        <p:spPr>
          <a:xfrm xmlns:a="http://schemas.openxmlformats.org/drawingml/2006/main">
            <a:off x="1066800" y="2990850"/>
            <a:ext cx="2762250" cy="1733550"/>
          </a:xfrm>
          <a:prstGeom xmlns:a="http://schemas.openxmlformats.org/drawingml/2006/main" prst="rect">
            <a:avLst/>
          </a:prstGeom>
          <a:solidFill xmlns:a="http://schemas.openxmlformats.org/drawingml/2006/main">
            <a:srgbClr val="0F766E">
              <a:alpha val="12549"/>
            </a:srgbClr>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854E9240-ABC0-4306-8CE7-9F904B5C1D17}"/>
              </a:ext>
            </a:extLst>
          </p:cNvPr>
          <p:cNvSpPr>
            <a:spLocks xmlns:a="http://schemas.openxmlformats.org/drawingml/2006/main" noGrp="1"/>
          </p:cNvSpPr>
          <p:nvPr/>
        </p:nvSpPr>
        <p:spPr>
          <a:xfrm xmlns:a="http://schemas.openxmlformats.org/drawingml/2006/main">
            <a:off x="990600" y="2895600"/>
            <a:ext cx="2762250" cy="1733550"/>
          </a:xfrm>
          <a:prstGeom xmlns:a="http://schemas.openxmlformats.org/drawingml/2006/main" prst="rect">
            <a:avLst/>
          </a:prstGeom>
          <a:solidFill xmlns:a="http://schemas.openxmlformats.org/drawingml/2006/main">
            <a:srgbClr val="FFFFFF">
              <a:alpha val="90196"/>
            </a:srgbClr>
          </a:solidFill>
          <a:ln xmlns:a="http://schemas.openxmlformats.org/drawingml/2006/main" w="9525">
            <a:solidFill>
              <a:srgbClr val="FFFFFF"/>
            </a:solidFill>
            <a:prstDash val="solid"/>
          </a:ln>
        </p:spPr>
      </p:sp>
      <p:sp>
        <p:nvSpPr>
          <p:cNvPr id="21" name="">
            <a:extLst xmlns:a="http://schemas.openxmlformats.org/drawingml/2006/main">
              <a:ext uri="{FF2B5EF4-FFF2-40B4-BE49-F238E27FC236}">
                <a16:creationId xmlns:a16="http://schemas.microsoft.com/office/drawing/2014/main" id="{F0E43095-15E5-469F-A9FB-98683F23BFCE}"/>
              </a:ext>
            </a:extLst>
          </p:cNvPr>
          <p:cNvSpPr>
            <a:spLocks xmlns:a="http://schemas.openxmlformats.org/drawingml/2006/main" noGrp="1"/>
          </p:cNvSpPr>
          <p:nvPr/>
        </p:nvSpPr>
        <p:spPr>
          <a:xfrm xmlns:a="http://schemas.openxmlformats.org/drawingml/2006/main">
            <a:off x="1219200" y="3143250"/>
            <a:ext cx="571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059669"/>
                </a:solidFill>
                <a:latin typeface="Segoe UI"/>
                <a:ea typeface="Segoe UI"/>
                <a:cs typeface="Segoe UI"/>
              </a:defRPr>
            </a:pPr>
            <a:r>
              <a:rPr sz="2325" b="1">
                <a:solidFill>
                  <a:srgbClr val="059669"/>
                </a:solidFill>
                <a:latin typeface="Segoe UI"/>
                <a:ea typeface="Segoe UI"/>
                <a:cs typeface="Segoe UI"/>
              </a:rPr>
              <a:t>01</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b1b466bd0b034402">
            <a:extLst>
              <a:ext uri="{96DAC541-7B7A-43D3-8B79-37D633B846F1}">
                <asvg:svgBlip xmlns:asvg="http://schemas.microsoft.com/office/drawing/2016/SVG/main" r:embed="Rca1bef97ebc74d99"/>
              </a:ext>
            </a:extLst>
          </a:blip>
          <a:stretch xmlns:a="http://schemas.openxmlformats.org/drawingml/2006/main"/>
        </p:blipFill>
        <p:spPr>
          <a:xfrm xmlns:a="http://schemas.openxmlformats.org/drawingml/2006/main">
            <a:off x="3086100" y="3181350"/>
            <a:ext cx="323850" cy="323850"/>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BE2D6F54-C388-48BC-A053-96A579F2CCD8}"/>
              </a:ext>
            </a:extLst>
          </p:cNvPr>
          <p:cNvSpPr>
            <a:spLocks xmlns:a="http://schemas.openxmlformats.org/drawingml/2006/main" noGrp="1"/>
          </p:cNvSpPr>
          <p:nvPr/>
        </p:nvSpPr>
        <p:spPr>
          <a:xfrm xmlns:a="http://schemas.openxmlformats.org/drawingml/2006/main">
            <a:off x="1219200" y="3676650"/>
            <a:ext cx="2095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0F2F3A"/>
                </a:solidFill>
                <a:latin typeface="Segoe UI"/>
                <a:ea typeface="Segoe UI"/>
                <a:cs typeface="Segoe UI"/>
              </a:defRPr>
            </a:pPr>
            <a:r>
              <a:rPr sz="1275" b="1">
                <a:solidFill>
                  <a:srgbClr val="0F2F3A"/>
                </a:solidFill>
                <a:latin typeface="Segoe UI"/>
                <a:ea typeface="Segoe UI"/>
                <a:cs typeface="Segoe UI"/>
              </a:rPr>
              <a:t>Nhập mật khẩu CSDL</a:t>
            </a:r>
          </a:p>
        </p:txBody>
      </p:sp>
      <p:sp>
        <p:nvSpPr>
          <p:cNvPr id="24" name="">
            <a:extLst xmlns:a="http://schemas.openxmlformats.org/drawingml/2006/main">
              <a:ext uri="{FF2B5EF4-FFF2-40B4-BE49-F238E27FC236}">
                <a16:creationId xmlns:a16="http://schemas.microsoft.com/office/drawing/2014/main" id="{2497000D-563F-4803-87D9-E2363B6FDA3A}"/>
              </a:ext>
            </a:extLst>
          </p:cNvPr>
          <p:cNvSpPr>
            <a:spLocks xmlns:a="http://schemas.openxmlformats.org/drawingml/2006/main" noGrp="1"/>
          </p:cNvSpPr>
          <p:nvPr/>
        </p:nvSpPr>
        <p:spPr>
          <a:xfrm xmlns:a="http://schemas.openxmlformats.org/drawingml/2006/main">
            <a:off x="1219200" y="4000500"/>
            <a:ext cx="21907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5B6B73"/>
                </a:solidFill>
                <a:latin typeface="Segoe UI"/>
                <a:ea typeface="Segoe UI"/>
                <a:cs typeface="Segoe UI"/>
              </a:defRPr>
            </a:pPr>
            <a:r>
              <a:rPr sz="863" b="0">
                <a:solidFill>
                  <a:srgbClr val="5B6B73"/>
                </a:solidFill>
                <a:latin typeface="Segoe UI"/>
                <a:ea typeface="Segoe UI"/>
                <a:cs typeface="Segoe UI"/>
              </a:rPr>
              <a:t>GUI yêu cầu mật khẩu giải mã file .db; keyring lưu lại an toàn cho các lần sau.</a:t>
            </a:r>
          </a:p>
        </p:txBody>
      </p:sp>
      <p:sp>
        <p:nvSpPr>
          <p:cNvPr id="25" name="">
            <a:extLst xmlns:a="http://schemas.openxmlformats.org/drawingml/2006/main">
              <a:ext uri="{FF2B5EF4-FFF2-40B4-BE49-F238E27FC236}">
                <a16:creationId xmlns:a16="http://schemas.microsoft.com/office/drawing/2014/main" id="{86FEC8F2-8B87-4B7A-9191-430B0A57BEC3}"/>
              </a:ext>
            </a:extLst>
          </p:cNvPr>
          <p:cNvSpPr>
            <a:spLocks xmlns:a="http://schemas.openxmlformats.org/drawingml/2006/main" noGrp="1"/>
          </p:cNvSpPr>
          <p:nvPr/>
        </p:nvSpPr>
        <p:spPr>
          <a:xfrm xmlns:a="http://schemas.openxmlformats.org/drawingml/2006/main">
            <a:off x="3752850" y="3752850"/>
            <a:ext cx="514350" cy="19050"/>
          </a:xfrm>
          <a:prstGeom xmlns:a="http://schemas.openxmlformats.org/drawingml/2006/main" prst="rect">
            <a:avLst/>
          </a:prstGeom>
          <a:solidFill xmlns:a="http://schemas.openxmlformats.org/drawingml/2006/main">
            <a:srgbClr val="B6D8CF"/>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3535FE27-28EF-4FAE-887C-8599F56A2500}"/>
              </a:ext>
            </a:extLst>
          </p:cNvPr>
          <p:cNvSpPr>
            <a:spLocks xmlns:a="http://schemas.openxmlformats.org/drawingml/2006/main" noGrp="1"/>
          </p:cNvSpPr>
          <p:nvPr/>
        </p:nvSpPr>
        <p:spPr>
          <a:xfrm xmlns:a="http://schemas.openxmlformats.org/drawingml/2006/main">
            <a:off x="4229100" y="3714750"/>
            <a:ext cx="76200" cy="76200"/>
          </a:xfrm>
          <a:prstGeom xmlns:a="http://schemas.openxmlformats.org/drawingml/2006/main" prst="rect">
            <a:avLst/>
          </a:prstGeom>
          <a:solidFill xmlns:a="http://schemas.openxmlformats.org/drawingml/2006/main">
            <a:srgbClr val="059669"/>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B92CEDB8-551C-4DB2-A810-F04F8C499718}"/>
              </a:ext>
            </a:extLst>
          </p:cNvPr>
          <p:cNvSpPr>
            <a:spLocks xmlns:a="http://schemas.openxmlformats.org/drawingml/2006/main" noGrp="1"/>
          </p:cNvSpPr>
          <p:nvPr/>
        </p:nvSpPr>
        <p:spPr>
          <a:xfrm xmlns:a="http://schemas.openxmlformats.org/drawingml/2006/main">
            <a:off x="4495800" y="2990850"/>
            <a:ext cx="2762250" cy="1733550"/>
          </a:xfrm>
          <a:prstGeom xmlns:a="http://schemas.openxmlformats.org/drawingml/2006/main" prst="rect">
            <a:avLst/>
          </a:prstGeom>
          <a:solidFill xmlns:a="http://schemas.openxmlformats.org/drawingml/2006/main">
            <a:srgbClr val="0F766E">
              <a:alpha val="12549"/>
            </a:srgbClr>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4F46CC97-D22C-4554-BAF9-685E86C7273C}"/>
              </a:ext>
            </a:extLst>
          </p:cNvPr>
          <p:cNvSpPr>
            <a:spLocks xmlns:a="http://schemas.openxmlformats.org/drawingml/2006/main" noGrp="1"/>
          </p:cNvSpPr>
          <p:nvPr/>
        </p:nvSpPr>
        <p:spPr>
          <a:xfrm xmlns:a="http://schemas.openxmlformats.org/drawingml/2006/main">
            <a:off x="4419600" y="2895600"/>
            <a:ext cx="2762250" cy="1733550"/>
          </a:xfrm>
          <a:prstGeom xmlns:a="http://schemas.openxmlformats.org/drawingml/2006/main" prst="rect">
            <a:avLst/>
          </a:prstGeom>
          <a:solidFill xmlns:a="http://schemas.openxmlformats.org/drawingml/2006/main">
            <a:srgbClr val="FFFFFF">
              <a:alpha val="90196"/>
            </a:srgbClr>
          </a:solidFill>
          <a:ln xmlns:a="http://schemas.openxmlformats.org/drawingml/2006/main" w="9525">
            <a:solidFill>
              <a:srgbClr val="FFFFFF"/>
            </a:solidFill>
            <a:prstDash val="solid"/>
          </a:ln>
        </p:spPr>
      </p:sp>
      <p:sp>
        <p:nvSpPr>
          <p:cNvPr id="29" name="">
            <a:extLst xmlns:a="http://schemas.openxmlformats.org/drawingml/2006/main">
              <a:ext uri="{FF2B5EF4-FFF2-40B4-BE49-F238E27FC236}">
                <a16:creationId xmlns:a16="http://schemas.microsoft.com/office/drawing/2014/main" id="{66A73697-080A-4D05-A36C-E6A99DB7FB7F}"/>
              </a:ext>
            </a:extLst>
          </p:cNvPr>
          <p:cNvSpPr>
            <a:spLocks xmlns:a="http://schemas.openxmlformats.org/drawingml/2006/main" noGrp="1"/>
          </p:cNvSpPr>
          <p:nvPr/>
        </p:nvSpPr>
        <p:spPr>
          <a:xfrm xmlns:a="http://schemas.openxmlformats.org/drawingml/2006/main">
            <a:off x="4648200" y="3143250"/>
            <a:ext cx="571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075985"/>
                </a:solidFill>
                <a:latin typeface="Segoe UI"/>
                <a:ea typeface="Segoe UI"/>
                <a:cs typeface="Segoe UI"/>
              </a:defRPr>
            </a:pPr>
            <a:r>
              <a:rPr sz="2325" b="1">
                <a:solidFill>
                  <a:srgbClr val="075985"/>
                </a:solidFill>
                <a:latin typeface="Segoe UI"/>
                <a:ea typeface="Segoe UI"/>
                <a:cs typeface="Segoe UI"/>
              </a:rPr>
              <a:t>02</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7af5ffe6c372491f">
            <a:extLst>
              <a:ext uri="{96DAC541-7B7A-43D3-8B79-37D633B846F1}">
                <asvg:svgBlip xmlns:asvg="http://schemas.microsoft.com/office/drawing/2016/SVG/main" r:embed="R85239b19a51a4183"/>
              </a:ext>
            </a:extLst>
          </a:blip>
          <a:stretch xmlns:a="http://schemas.openxmlformats.org/drawingml/2006/main"/>
        </p:blipFill>
        <p:spPr>
          <a:xfrm xmlns:a="http://schemas.openxmlformats.org/drawingml/2006/main">
            <a:off x="6515100" y="3181350"/>
            <a:ext cx="323850" cy="323850"/>
          </a:xfrm>
          <a:prstGeom xmlns:a="http://schemas.openxmlformats.org/drawingml/2006/main" prst="rect">
            <a:avLst/>
          </a:prstGeom>
        </p:spPr>
      </p:pic>
      <p:sp>
        <p:nvSpPr>
          <p:cNvPr id="31" name="">
            <a:extLst xmlns:a="http://schemas.openxmlformats.org/drawingml/2006/main">
              <a:ext uri="{FF2B5EF4-FFF2-40B4-BE49-F238E27FC236}">
                <a16:creationId xmlns:a16="http://schemas.microsoft.com/office/drawing/2014/main" id="{3F90539F-3273-4633-90A0-FC54A74AA5C9}"/>
              </a:ext>
            </a:extLst>
          </p:cNvPr>
          <p:cNvSpPr>
            <a:spLocks xmlns:a="http://schemas.openxmlformats.org/drawingml/2006/main" noGrp="1"/>
          </p:cNvSpPr>
          <p:nvPr/>
        </p:nvSpPr>
        <p:spPr>
          <a:xfrm xmlns:a="http://schemas.openxmlformats.org/drawingml/2006/main">
            <a:off x="4648200" y="3676650"/>
            <a:ext cx="2095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0F2F3A"/>
                </a:solidFill>
                <a:latin typeface="Segoe UI"/>
                <a:ea typeface="Segoe UI"/>
                <a:cs typeface="Segoe UI"/>
              </a:defRPr>
            </a:pPr>
            <a:r>
              <a:rPr sz="1275" b="1">
                <a:solidFill>
                  <a:srgbClr val="0F2F3A"/>
                </a:solidFill>
                <a:latin typeface="Segoe UI"/>
                <a:ea typeface="Segoe UI"/>
                <a:cs typeface="Segoe UI"/>
              </a:rPr>
              <a:t>Tạo tài khoản Admin</a:t>
            </a:r>
          </a:p>
        </p:txBody>
      </p:sp>
      <p:sp>
        <p:nvSpPr>
          <p:cNvPr id="32" name="">
            <a:extLst xmlns:a="http://schemas.openxmlformats.org/drawingml/2006/main">
              <a:ext uri="{FF2B5EF4-FFF2-40B4-BE49-F238E27FC236}">
                <a16:creationId xmlns:a16="http://schemas.microsoft.com/office/drawing/2014/main" id="{A926629B-CA0B-49E1-BAB2-71816B04B8C4}"/>
              </a:ext>
            </a:extLst>
          </p:cNvPr>
          <p:cNvSpPr>
            <a:spLocks xmlns:a="http://schemas.openxmlformats.org/drawingml/2006/main" noGrp="1"/>
          </p:cNvSpPr>
          <p:nvPr/>
        </p:nvSpPr>
        <p:spPr>
          <a:xfrm xmlns:a="http://schemas.openxmlformats.org/drawingml/2006/main">
            <a:off x="4648200" y="4000500"/>
            <a:ext cx="21907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5B6B73"/>
                </a:solidFill>
                <a:latin typeface="Segoe UI"/>
                <a:ea typeface="Segoe UI"/>
                <a:cs typeface="Segoe UI"/>
              </a:defRPr>
            </a:pPr>
            <a:r>
              <a:rPr sz="863" b="0">
                <a:solidFill>
                  <a:srgbClr val="5B6B73"/>
                </a:solidFill>
                <a:latin typeface="Segoe UI"/>
                <a:ea typeface="Segoe UI"/>
                <a:cs typeface="Segoe UI"/>
              </a:rPr>
              <a:t>Nếu DB mới chưa có user, hệ thống khởi tạo quản trị cấp cao nhất.</a:t>
            </a:r>
          </a:p>
        </p:txBody>
      </p:sp>
      <p:sp>
        <p:nvSpPr>
          <p:cNvPr id="33" name="">
            <a:extLst xmlns:a="http://schemas.openxmlformats.org/drawingml/2006/main">
              <a:ext uri="{FF2B5EF4-FFF2-40B4-BE49-F238E27FC236}">
                <a16:creationId xmlns:a16="http://schemas.microsoft.com/office/drawing/2014/main" id="{F0A3773F-24C1-4BC9-A13C-CC554AA43F9A}"/>
              </a:ext>
            </a:extLst>
          </p:cNvPr>
          <p:cNvSpPr>
            <a:spLocks xmlns:a="http://schemas.openxmlformats.org/drawingml/2006/main" noGrp="1"/>
          </p:cNvSpPr>
          <p:nvPr/>
        </p:nvSpPr>
        <p:spPr>
          <a:xfrm xmlns:a="http://schemas.openxmlformats.org/drawingml/2006/main">
            <a:off x="7181850" y="3752850"/>
            <a:ext cx="514350" cy="19050"/>
          </a:xfrm>
          <a:prstGeom xmlns:a="http://schemas.openxmlformats.org/drawingml/2006/main" prst="rect">
            <a:avLst/>
          </a:prstGeom>
          <a:solidFill xmlns:a="http://schemas.openxmlformats.org/drawingml/2006/main">
            <a:srgbClr val="B6D8CF"/>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3DECBCDC-FF85-48E5-A2EA-1D2B98326680}"/>
              </a:ext>
            </a:extLst>
          </p:cNvPr>
          <p:cNvSpPr>
            <a:spLocks xmlns:a="http://schemas.openxmlformats.org/drawingml/2006/main" noGrp="1"/>
          </p:cNvSpPr>
          <p:nvPr/>
        </p:nvSpPr>
        <p:spPr>
          <a:xfrm xmlns:a="http://schemas.openxmlformats.org/drawingml/2006/main">
            <a:off x="7658100" y="3714750"/>
            <a:ext cx="76200" cy="76200"/>
          </a:xfrm>
          <a:prstGeom xmlns:a="http://schemas.openxmlformats.org/drawingml/2006/main" prst="rect">
            <a:avLst/>
          </a:prstGeom>
          <a:solidFill xmlns:a="http://schemas.openxmlformats.org/drawingml/2006/main">
            <a:srgbClr val="059669"/>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40B8B9B5-0656-421E-8F0B-0C43FED67E52}"/>
              </a:ext>
            </a:extLst>
          </p:cNvPr>
          <p:cNvSpPr>
            <a:spLocks xmlns:a="http://schemas.openxmlformats.org/drawingml/2006/main" noGrp="1"/>
          </p:cNvSpPr>
          <p:nvPr/>
        </p:nvSpPr>
        <p:spPr>
          <a:xfrm xmlns:a="http://schemas.openxmlformats.org/drawingml/2006/main">
            <a:off x="7924800" y="2990850"/>
            <a:ext cx="2762250" cy="1733550"/>
          </a:xfrm>
          <a:prstGeom xmlns:a="http://schemas.openxmlformats.org/drawingml/2006/main" prst="rect">
            <a:avLst/>
          </a:prstGeom>
          <a:solidFill xmlns:a="http://schemas.openxmlformats.org/drawingml/2006/main">
            <a:srgbClr val="0F766E">
              <a:alpha val="12549"/>
            </a:srgbClr>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549EAE47-2960-45C0-9BEE-2212D49CE182}"/>
              </a:ext>
            </a:extLst>
          </p:cNvPr>
          <p:cNvSpPr>
            <a:spLocks xmlns:a="http://schemas.openxmlformats.org/drawingml/2006/main" noGrp="1"/>
          </p:cNvSpPr>
          <p:nvPr/>
        </p:nvSpPr>
        <p:spPr>
          <a:xfrm xmlns:a="http://schemas.openxmlformats.org/drawingml/2006/main">
            <a:off x="7848600" y="2895600"/>
            <a:ext cx="2762250" cy="1733550"/>
          </a:xfrm>
          <a:prstGeom xmlns:a="http://schemas.openxmlformats.org/drawingml/2006/main" prst="rect">
            <a:avLst/>
          </a:prstGeom>
          <a:solidFill xmlns:a="http://schemas.openxmlformats.org/drawingml/2006/main">
            <a:srgbClr val="FFFFFF">
              <a:alpha val="90196"/>
            </a:srgbClr>
          </a:solidFill>
          <a:ln xmlns:a="http://schemas.openxmlformats.org/drawingml/2006/main" w="9525">
            <a:solidFill>
              <a:srgbClr val="FFFFFF"/>
            </a:solidFill>
            <a:prstDash val="solid"/>
          </a:ln>
        </p:spPr>
      </p:sp>
      <p:sp>
        <p:nvSpPr>
          <p:cNvPr id="37" name="">
            <a:extLst xmlns:a="http://schemas.openxmlformats.org/drawingml/2006/main">
              <a:ext uri="{FF2B5EF4-FFF2-40B4-BE49-F238E27FC236}">
                <a16:creationId xmlns:a16="http://schemas.microsoft.com/office/drawing/2014/main" id="{4F032071-072E-4746-AF9E-1C28D849C54B}"/>
              </a:ext>
            </a:extLst>
          </p:cNvPr>
          <p:cNvSpPr>
            <a:spLocks xmlns:a="http://schemas.openxmlformats.org/drawingml/2006/main" noGrp="1"/>
          </p:cNvSpPr>
          <p:nvPr/>
        </p:nvSpPr>
        <p:spPr>
          <a:xfrm xmlns:a="http://schemas.openxmlformats.org/drawingml/2006/main">
            <a:off x="8077200" y="3143250"/>
            <a:ext cx="571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0891B2"/>
                </a:solidFill>
                <a:latin typeface="Segoe UI"/>
                <a:ea typeface="Segoe UI"/>
                <a:cs typeface="Segoe UI"/>
              </a:defRPr>
            </a:pPr>
            <a:r>
              <a:rPr sz="2325" b="1">
                <a:solidFill>
                  <a:srgbClr val="0891B2"/>
                </a:solidFill>
                <a:latin typeface="Segoe UI"/>
                <a:ea typeface="Segoe UI"/>
                <a:cs typeface="Segoe UI"/>
              </a:rPr>
              <a:t>03</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e420076701214f3e">
            <a:extLst>
              <a:ext uri="{96DAC541-7B7A-43D3-8B79-37D633B846F1}">
                <asvg:svgBlip xmlns:asvg="http://schemas.microsoft.com/office/drawing/2016/SVG/main" r:embed="Ree9ee2fbe845471f"/>
              </a:ext>
            </a:extLst>
          </a:blip>
          <a:stretch xmlns:a="http://schemas.openxmlformats.org/drawingml/2006/main"/>
        </p:blipFill>
        <p:spPr>
          <a:xfrm xmlns:a="http://schemas.openxmlformats.org/drawingml/2006/main">
            <a:off x="9944100" y="3181350"/>
            <a:ext cx="323850" cy="323850"/>
          </a:xfrm>
          <a:prstGeom xmlns:a="http://schemas.openxmlformats.org/drawingml/2006/main" prst="rect">
            <a:avLst/>
          </a:prstGeom>
        </p:spPr>
      </p:pic>
      <p:sp>
        <p:nvSpPr>
          <p:cNvPr id="39" name="">
            <a:extLst xmlns:a="http://schemas.openxmlformats.org/drawingml/2006/main">
              <a:ext uri="{FF2B5EF4-FFF2-40B4-BE49-F238E27FC236}">
                <a16:creationId xmlns:a16="http://schemas.microsoft.com/office/drawing/2014/main" id="{CB54681C-B81B-4637-8FC0-C4D8D1C82103}"/>
              </a:ext>
            </a:extLst>
          </p:cNvPr>
          <p:cNvSpPr>
            <a:spLocks xmlns:a="http://schemas.openxmlformats.org/drawingml/2006/main" noGrp="1"/>
          </p:cNvSpPr>
          <p:nvPr/>
        </p:nvSpPr>
        <p:spPr>
          <a:xfrm xmlns:a="http://schemas.openxmlformats.org/drawingml/2006/main">
            <a:off x="8077200" y="3676650"/>
            <a:ext cx="2095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0F2F3A"/>
                </a:solidFill>
                <a:latin typeface="Segoe UI"/>
                <a:ea typeface="Segoe UI"/>
                <a:cs typeface="Segoe UI"/>
              </a:defRPr>
            </a:pPr>
            <a:r>
              <a:rPr sz="1275" b="1">
                <a:solidFill>
                  <a:srgbClr val="0F2F3A"/>
                </a:solidFill>
                <a:latin typeface="Segoe UI"/>
                <a:ea typeface="Segoe UI"/>
                <a:cs typeface="Segoe UI"/>
              </a:rPr>
              <a:t>Tự mở trình duyệt</a:t>
            </a:r>
          </a:p>
        </p:txBody>
      </p:sp>
      <p:sp>
        <p:nvSpPr>
          <p:cNvPr id="40" name="">
            <a:extLst xmlns:a="http://schemas.openxmlformats.org/drawingml/2006/main">
              <a:ext uri="{FF2B5EF4-FFF2-40B4-BE49-F238E27FC236}">
                <a16:creationId xmlns:a16="http://schemas.microsoft.com/office/drawing/2014/main" id="{8B0583CA-D166-4733-84DA-D9C0501F6E92}"/>
              </a:ext>
            </a:extLst>
          </p:cNvPr>
          <p:cNvSpPr>
            <a:spLocks xmlns:a="http://schemas.openxmlformats.org/drawingml/2006/main" noGrp="1"/>
          </p:cNvSpPr>
          <p:nvPr/>
        </p:nvSpPr>
        <p:spPr>
          <a:xfrm xmlns:a="http://schemas.openxmlformats.org/drawingml/2006/main">
            <a:off x="8077200" y="4000500"/>
            <a:ext cx="21907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5B6B73"/>
                </a:solidFill>
                <a:latin typeface="Segoe UI"/>
                <a:ea typeface="Segoe UI"/>
                <a:cs typeface="Segoe UI"/>
              </a:defRPr>
            </a:pPr>
            <a:r>
              <a:rPr sz="863" b="0">
                <a:solidFill>
                  <a:srgbClr val="5B6B73"/>
                </a:solidFill>
                <a:latin typeface="Segoe UI"/>
                <a:ea typeface="Segoe UI"/>
                <a:cs typeface="Segoe UI"/>
              </a:rPr>
              <a:t>Launcher dọn cổng bị treo, chạy Uvicorn và mở localhost theo PORT cấu hình.</a:t>
            </a:r>
          </a:p>
        </p:txBody>
      </p:sp>
      <p:sp>
        <p:nvSpPr>
          <p:cNvPr id="41" name="">
            <a:extLst xmlns:a="http://schemas.openxmlformats.org/drawingml/2006/main">
              <a:ext uri="{FF2B5EF4-FFF2-40B4-BE49-F238E27FC236}">
                <a16:creationId xmlns:a16="http://schemas.microsoft.com/office/drawing/2014/main" id="{326128C7-4244-466B-A8FD-FB81861AEDF4}"/>
              </a:ext>
            </a:extLst>
          </p:cNvPr>
          <p:cNvSpPr>
            <a:spLocks xmlns:a="http://schemas.openxmlformats.org/drawingml/2006/main" noGrp="1"/>
          </p:cNvSpPr>
          <p:nvPr/>
        </p:nvSpPr>
        <p:spPr>
          <a:xfrm xmlns:a="http://schemas.openxmlformats.org/drawingml/2006/main">
            <a:off x="2190750" y="5238750"/>
            <a:ext cx="7962900" cy="685800"/>
          </a:xfrm>
          <a:prstGeom xmlns:a="http://schemas.openxmlformats.org/drawingml/2006/main" prst="rect">
            <a:avLst/>
          </a:prstGeom>
          <a:solidFill xmlns:a="http://schemas.openxmlformats.org/drawingml/2006/main">
            <a:srgbClr val="0F766E">
              <a:alpha val="12549"/>
            </a:srgbClr>
          </a:solidFill>
          <a:ln xmlns:a="http://schemas.openxmlformats.org/drawingml/2006/main" w="0">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5493637C-5F49-48B0-B811-F196664C1A40}"/>
              </a:ext>
            </a:extLst>
          </p:cNvPr>
          <p:cNvSpPr>
            <a:spLocks xmlns:a="http://schemas.openxmlformats.org/drawingml/2006/main" noGrp="1"/>
          </p:cNvSpPr>
          <p:nvPr/>
        </p:nvSpPr>
        <p:spPr>
          <a:xfrm xmlns:a="http://schemas.openxmlformats.org/drawingml/2006/main">
            <a:off x="2114550" y="5143500"/>
            <a:ext cx="7962900" cy="685800"/>
          </a:xfrm>
          <a:prstGeom xmlns:a="http://schemas.openxmlformats.org/drawingml/2006/main" prst="rect">
            <a:avLst/>
          </a:prstGeom>
          <a:solidFill xmlns:a="http://schemas.openxmlformats.org/drawingml/2006/main">
            <a:srgbClr val="E7FBF1"/>
          </a:solidFill>
          <a:ln xmlns:a="http://schemas.openxmlformats.org/drawingml/2006/main" w="9525">
            <a:solidFill>
              <a:srgbClr val="FFFFFF"/>
            </a:solidFill>
            <a:prstDash val="solid"/>
          </a:ln>
        </p:spPr>
      </p:sp>
      <p:sp>
        <p:nvSpPr>
          <p:cNvPr id="43" name="">
            <a:extLst xmlns:a="http://schemas.openxmlformats.org/drawingml/2006/main">
              <a:ext uri="{FF2B5EF4-FFF2-40B4-BE49-F238E27FC236}">
                <a16:creationId xmlns:a16="http://schemas.microsoft.com/office/drawing/2014/main" id="{F88107B3-6670-40EA-8D15-97D1B81A7221}"/>
              </a:ext>
            </a:extLst>
          </p:cNvPr>
          <p:cNvSpPr>
            <a:spLocks xmlns:a="http://schemas.openxmlformats.org/drawingml/2006/main" noGrp="1"/>
          </p:cNvSpPr>
          <p:nvPr/>
        </p:nvSpPr>
        <p:spPr>
          <a:xfrm xmlns:a="http://schemas.openxmlformats.org/drawingml/2006/main">
            <a:off x="2381250" y="5353050"/>
            <a:ext cx="1238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F766E"/>
                </a:solidFill>
                <a:latin typeface="Segoe UI"/>
                <a:ea typeface="Segoe UI"/>
                <a:cs typeface="Segoe UI"/>
              </a:defRPr>
            </a:pPr>
            <a:r>
              <a:rPr sz="900" b="1">
                <a:solidFill>
                  <a:srgbClr val="0F766E"/>
                </a:solidFill>
                <a:latin typeface="Segoe UI"/>
                <a:ea typeface="Segoe UI"/>
                <a:cs typeface="Segoe UI"/>
              </a:rPr>
              <a:t>Điểm vận hành</a:t>
            </a:r>
          </a:p>
        </p:txBody>
      </p:sp>
      <p:sp>
        <p:nvSpPr>
          <p:cNvPr id="44" name="">
            <a:extLst xmlns:a="http://schemas.openxmlformats.org/drawingml/2006/main">
              <a:ext uri="{FF2B5EF4-FFF2-40B4-BE49-F238E27FC236}">
                <a16:creationId xmlns:a16="http://schemas.microsoft.com/office/drawing/2014/main" id="{30FA4AC4-D3EA-44B4-ACF6-96804870AAE9}"/>
              </a:ext>
            </a:extLst>
          </p:cNvPr>
          <p:cNvSpPr>
            <a:spLocks xmlns:a="http://schemas.openxmlformats.org/drawingml/2006/main" noGrp="1"/>
          </p:cNvSpPr>
          <p:nvPr/>
        </p:nvSpPr>
        <p:spPr>
          <a:xfrm xmlns:a="http://schemas.openxmlformats.org/drawingml/2006/main">
            <a:off x="3676650" y="5295900"/>
            <a:ext cx="58293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0F2F3A"/>
                </a:solidFill>
                <a:latin typeface="Segoe UI"/>
                <a:ea typeface="Segoe UI"/>
                <a:cs typeface="Segoe UI"/>
              </a:defRPr>
            </a:pPr>
            <a:r>
              <a:rPr sz="938" b="0">
                <a:solidFill>
                  <a:srgbClr val="0F2F3A"/>
                </a:solidFill>
                <a:latin typeface="Segoe UI"/>
                <a:ea typeface="Segoe UI"/>
                <a:cs typeface="Segoe UI"/>
              </a:rPr>
              <a:t>Localhost/LAN nội bộ, cookie không đặt secure=True khi không có HTTPS; mặc định launcher đọc PORT từ .env và fallback 8000.</a:t>
            </a:r>
          </a:p>
        </p:txBody>
      </p:sp>
      <p:sp>
        <p:nvSpPr>
          <p:cNvPr id="45" name="">
            <a:extLst xmlns:a="http://schemas.openxmlformats.org/drawingml/2006/main">
              <a:ext uri="{FF2B5EF4-FFF2-40B4-BE49-F238E27FC236}">
                <a16:creationId xmlns:a16="http://schemas.microsoft.com/office/drawing/2014/main" id="{935BB4C2-D07A-4E09-B5E3-92BF2E8193CD}"/>
              </a:ext>
            </a:extLst>
          </p:cNvPr>
          <p:cNvSpPr>
            <a:spLocks xmlns:a="http://schemas.openxmlformats.org/drawingml/2006/main" noGrp="1"/>
          </p:cNvSpPr>
          <p:nvPr/>
        </p:nvSpPr>
        <p:spPr>
          <a:xfrm xmlns:a="http://schemas.openxmlformats.org/drawingml/2006/main">
            <a:off x="590550" y="6419850"/>
            <a:ext cx="9715500" cy="9525"/>
          </a:xfrm>
          <a:prstGeom xmlns:a="http://schemas.openxmlformats.org/drawingml/2006/main" prst="rect">
            <a:avLst/>
          </a:prstGeom>
          <a:solidFill xmlns:a="http://schemas.openxmlformats.org/drawingml/2006/main">
            <a:srgbClr val="B6D8CF"/>
          </a:solidFill>
          <a:ln xmlns:a="http://schemas.openxmlformats.org/drawingml/2006/main" w="0">
            <a:solidFill>
              <a:srgbClr val="000000">
                <a:alpha val="0"/>
              </a:srgbClr>
            </a:solidFill>
            <a:prstDash val="solid"/>
          </a:ln>
        </p:spPr>
      </p:sp>
      <p:sp>
        <p:nvSpPr>
          <p:cNvPr id="46" name="">
            <a:extLst xmlns:a="http://schemas.openxmlformats.org/drawingml/2006/main">
              <a:ext uri="{FF2B5EF4-FFF2-40B4-BE49-F238E27FC236}">
                <a16:creationId xmlns:a16="http://schemas.microsoft.com/office/drawing/2014/main" id="{8F56FDCE-3260-468C-B3F7-B3994E22D20D}"/>
              </a:ext>
            </a:extLst>
          </p:cNvPr>
          <p:cNvSpPr>
            <a:spLocks xmlns:a="http://schemas.openxmlformats.org/drawingml/2006/main" noGrp="1"/>
          </p:cNvSpPr>
          <p:nvPr/>
        </p:nvSpPr>
        <p:spPr>
          <a:xfrm xmlns:a="http://schemas.openxmlformats.org/drawingml/2006/main">
            <a:off x="590550" y="6515100"/>
            <a:ext cx="7239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8AA0A6"/>
                </a:solidFill>
                <a:latin typeface="Segoe UI"/>
                <a:ea typeface="Segoe UI"/>
                <a:cs typeface="Segoe UI"/>
              </a:defRPr>
            </a:pPr>
            <a:r>
              <a:rPr sz="638" b="0">
                <a:solidFill>
                  <a:srgbClr val="8AA0A6"/>
                </a:solidFill>
                <a:latin typeface="Segoe UI"/>
                <a:ea typeface="Segoe UI"/>
                <a:cs typeface="Segoe UI"/>
              </a:rPr>
              <a:t>Nguồn: README hướng dẫn khởi chạy; run_server.py; CLAUDE ENV-1</a:t>
            </a:r>
          </a:p>
        </p:txBody>
      </p:sp>
      <p:sp>
        <p:nvSpPr>
          <p:cNvPr id="47" name="">
            <a:extLst xmlns:a="http://schemas.openxmlformats.org/drawingml/2006/main">
              <a:ext uri="{FF2B5EF4-FFF2-40B4-BE49-F238E27FC236}">
                <a16:creationId xmlns:a16="http://schemas.microsoft.com/office/drawing/2014/main" id="{84A15C7C-BB21-4019-988F-E50D4886702E}"/>
              </a:ext>
            </a:extLst>
          </p:cNvPr>
          <p:cNvSpPr>
            <a:spLocks xmlns:a="http://schemas.openxmlformats.org/drawingml/2006/main" noGrp="1"/>
          </p:cNvSpPr>
          <p:nvPr/>
        </p:nvSpPr>
        <p:spPr>
          <a:xfrm xmlns:a="http://schemas.openxmlformats.org/drawingml/2006/main">
            <a:off x="11106150" y="6477000"/>
            <a:ext cx="5143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0F766E"/>
                </a:solidFill>
                <a:latin typeface="Segoe UI"/>
                <a:ea typeface="Segoe UI"/>
                <a:cs typeface="Segoe UI"/>
              </a:defRPr>
            </a:pPr>
            <a:r>
              <a:rPr sz="900" b="1">
                <a:solidFill>
                  <a:srgbClr val="0F766E"/>
                </a:solidFill>
                <a:latin typeface="Segoe UI"/>
                <a:ea typeface="Segoe UI"/>
                <a:cs typeface="Segoe UI"/>
              </a:rPr>
              <a:t>06</a:t>
            </a:r>
          </a:p>
        </p:txBody>
      </p:sp>
    </p:spTree>
    <p:extLst>
      <p:ext uri="{BB962C8B-B14F-4D97-AF65-F5344CB8AC3E}">
        <p14:creationId xmlns:p14="http://schemas.microsoft.com/office/powerpoint/2010/main" val="2351409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6BFE9BF-7764-4814-AC69-6674889DAAF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2FBF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B23B5142-B104-4C70-A18A-C85F38A4033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DDF3E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94B52B45-7333-41C0-B3DE-AA0E580BD34F}"/>
              </a:ext>
            </a:extLst>
          </p:cNvPr>
          <p:cNvSpPr>
            <a:spLocks xmlns:a="http://schemas.openxmlformats.org/drawingml/2006/main" noGrp="1"/>
          </p:cNvSpPr>
          <p:nvPr/>
        </p:nvSpPr>
        <p:spPr>
          <a:xfrm xmlns:a="http://schemas.openxmlformats.org/drawingml/2006/main">
            <a:off x="11982450" y="0"/>
            <a:ext cx="209550" cy="6858000"/>
          </a:xfrm>
          <a:prstGeom xmlns:a="http://schemas.openxmlformats.org/drawingml/2006/main" prst="rect">
            <a:avLst/>
          </a:prstGeom>
          <a:solidFill xmlns:a="http://schemas.openxmlformats.org/drawingml/2006/main">
            <a:srgbClr val="CBEADF"/>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CB782DD0-E197-4E8C-B80C-8D2797962985}"/>
              </a:ext>
            </a:extLst>
          </p:cNvPr>
          <p:cNvSpPr>
            <a:spLocks xmlns:a="http://schemas.openxmlformats.org/drawingml/2006/main" noGrp="1"/>
          </p:cNvSpPr>
          <p:nvPr/>
        </p:nvSpPr>
        <p:spPr>
          <a:xfrm xmlns:a="http://schemas.openxmlformats.org/drawingml/2006/main">
            <a:off x="0" y="6076950"/>
            <a:ext cx="12192000" cy="781050"/>
          </a:xfrm>
          <a:prstGeom xmlns:a="http://schemas.openxmlformats.org/drawingml/2006/main" prst="rect">
            <a:avLst/>
          </a:prstGeom>
          <a:solidFill xmlns:a="http://schemas.openxmlformats.org/drawingml/2006/main">
            <a:srgbClr val="CFEADF"/>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73A02201-4073-42A6-B5B3-92319075FBCE}"/>
              </a:ext>
            </a:extLst>
          </p:cNvPr>
          <p:cNvSpPr>
            <a:spLocks xmlns:a="http://schemas.openxmlformats.org/drawingml/2006/main" noGrp="1"/>
          </p:cNvSpPr>
          <p:nvPr/>
        </p:nvSpPr>
        <p:spPr>
          <a:xfrm xmlns:a="http://schemas.openxmlformats.org/drawingml/2006/main">
            <a:off x="685800" y="781050"/>
            <a:ext cx="838200" cy="9525"/>
          </a:xfrm>
          <a:prstGeom xmlns:a="http://schemas.openxmlformats.org/drawingml/2006/main" prst="rect">
            <a:avLst/>
          </a:prstGeom>
          <a:solidFill xmlns:a="http://schemas.openxmlformats.org/drawingml/2006/main">
            <a:srgbClr val="6FCFAD">
              <a:alpha val="40000"/>
            </a:srgbClr>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8E14B0B3-B024-46D1-841D-3662B9837379}"/>
              </a:ext>
            </a:extLst>
          </p:cNvPr>
          <p:cNvSpPr>
            <a:spLocks xmlns:a="http://schemas.openxmlformats.org/drawingml/2006/main" noGrp="1"/>
          </p:cNvSpPr>
          <p:nvPr/>
        </p:nvSpPr>
        <p:spPr>
          <a:xfrm xmlns:a="http://schemas.openxmlformats.org/drawingml/2006/main">
            <a:off x="2114550" y="895350"/>
            <a:ext cx="838200" cy="9525"/>
          </a:xfrm>
          <a:prstGeom xmlns:a="http://schemas.openxmlformats.org/drawingml/2006/main" prst="rect">
            <a:avLst/>
          </a:prstGeom>
          <a:solidFill xmlns:a="http://schemas.openxmlformats.org/drawingml/2006/main">
            <a:srgbClr val="6FCFAD">
              <a:alpha val="40000"/>
            </a:srgbClr>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1A917AC8-008B-4E21-BEBD-085CA5E89CA0}"/>
              </a:ext>
            </a:extLst>
          </p:cNvPr>
          <p:cNvSpPr>
            <a:spLocks xmlns:a="http://schemas.openxmlformats.org/drawingml/2006/main" noGrp="1"/>
          </p:cNvSpPr>
          <p:nvPr/>
        </p:nvSpPr>
        <p:spPr>
          <a:xfrm xmlns:a="http://schemas.openxmlformats.org/drawingml/2006/main">
            <a:off x="3543300" y="1009650"/>
            <a:ext cx="838200" cy="9525"/>
          </a:xfrm>
          <a:prstGeom xmlns:a="http://schemas.openxmlformats.org/drawingml/2006/main" prst="rect">
            <a:avLst/>
          </a:prstGeom>
          <a:solidFill xmlns:a="http://schemas.openxmlformats.org/drawingml/2006/main">
            <a:srgbClr val="6FCFAD">
              <a:alpha val="40000"/>
            </a:srgbClr>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115AFEC7-4785-4472-B7F2-A3F23805D6C1}"/>
              </a:ext>
            </a:extLst>
          </p:cNvPr>
          <p:cNvSpPr>
            <a:spLocks xmlns:a="http://schemas.openxmlformats.org/drawingml/2006/main" noGrp="1"/>
          </p:cNvSpPr>
          <p:nvPr/>
        </p:nvSpPr>
        <p:spPr>
          <a:xfrm xmlns:a="http://schemas.openxmlformats.org/drawingml/2006/main">
            <a:off x="4972050" y="1123950"/>
            <a:ext cx="838200" cy="9525"/>
          </a:xfrm>
          <a:prstGeom xmlns:a="http://schemas.openxmlformats.org/drawingml/2006/main" prst="rect">
            <a:avLst/>
          </a:prstGeom>
          <a:solidFill xmlns:a="http://schemas.openxmlformats.org/drawingml/2006/main">
            <a:srgbClr val="6FCFAD">
              <a:alpha val="40000"/>
            </a:srgbClr>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CA0519C2-BBF4-4C4F-8398-F1D3E6853B3B}"/>
              </a:ext>
            </a:extLst>
          </p:cNvPr>
          <p:cNvSpPr>
            <a:spLocks xmlns:a="http://schemas.openxmlformats.org/drawingml/2006/main" noGrp="1"/>
          </p:cNvSpPr>
          <p:nvPr/>
        </p:nvSpPr>
        <p:spPr>
          <a:xfrm xmlns:a="http://schemas.openxmlformats.org/drawingml/2006/main">
            <a:off x="6400800" y="1238250"/>
            <a:ext cx="838200" cy="9525"/>
          </a:xfrm>
          <a:prstGeom xmlns:a="http://schemas.openxmlformats.org/drawingml/2006/main" prst="rect">
            <a:avLst/>
          </a:prstGeom>
          <a:solidFill xmlns:a="http://schemas.openxmlformats.org/drawingml/2006/main">
            <a:srgbClr val="6FCFAD">
              <a:alpha val="40000"/>
            </a:srgbClr>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01D5D3C9-03B7-49BD-A1F7-9128CFD0E973}"/>
              </a:ext>
            </a:extLst>
          </p:cNvPr>
          <p:cNvSpPr>
            <a:spLocks xmlns:a="http://schemas.openxmlformats.org/drawingml/2006/main" noGrp="1"/>
          </p:cNvSpPr>
          <p:nvPr/>
        </p:nvSpPr>
        <p:spPr>
          <a:xfrm xmlns:a="http://schemas.openxmlformats.org/drawingml/2006/main">
            <a:off x="7829550" y="1352550"/>
            <a:ext cx="838200" cy="9525"/>
          </a:xfrm>
          <a:prstGeom xmlns:a="http://schemas.openxmlformats.org/drawingml/2006/main" prst="rect">
            <a:avLst/>
          </a:prstGeom>
          <a:solidFill xmlns:a="http://schemas.openxmlformats.org/drawingml/2006/main">
            <a:srgbClr val="6FCFAD">
              <a:alpha val="40000"/>
            </a:srgbClr>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57B99E27-AA15-4A81-98F8-E7E4750ED426}"/>
              </a:ext>
            </a:extLst>
          </p:cNvPr>
          <p:cNvSpPr>
            <a:spLocks xmlns:a="http://schemas.openxmlformats.org/drawingml/2006/main" noGrp="1"/>
          </p:cNvSpPr>
          <p:nvPr/>
        </p:nvSpPr>
        <p:spPr>
          <a:xfrm xmlns:a="http://schemas.openxmlformats.org/drawingml/2006/main">
            <a:off x="9258300" y="1466850"/>
            <a:ext cx="838200" cy="9525"/>
          </a:xfrm>
          <a:prstGeom xmlns:a="http://schemas.openxmlformats.org/drawingml/2006/main" prst="rect">
            <a:avLst/>
          </a:prstGeom>
          <a:solidFill xmlns:a="http://schemas.openxmlformats.org/drawingml/2006/main">
            <a:srgbClr val="6FCFAD">
              <a:alpha val="40000"/>
            </a:srgbClr>
          </a:solidFill>
          <a:ln xmlns:a="http://schemas.openxmlformats.org/drawingml/2006/main" w="0">
            <a:solidFill>
              <a:srgbClr val="000000">
                <a:alpha val="0"/>
              </a:srgbClr>
            </a:solidFill>
            <a:prstDash val="solid"/>
          </a:ln>
        </p:spPr>
      </p:sp>
      <p:sp>
        <p:nvSpPr>
          <p:cNvPr id="12" name="kicker-7-marker">
            <a:extLst xmlns:a="http://schemas.openxmlformats.org/drawingml/2006/main">
              <a:ext uri="{FF2B5EF4-FFF2-40B4-BE49-F238E27FC236}">
                <a16:creationId xmlns:a16="http://schemas.microsoft.com/office/drawing/2014/main" id="{45924A3E-AEDF-4FAE-8905-8EA64B4DCC16}"/>
              </a:ext>
            </a:extLst>
          </p:cNvPr>
          <p:cNvSpPr>
            <a:spLocks xmlns:a="http://schemas.openxmlformats.org/drawingml/2006/main" noGrp="1"/>
          </p:cNvSpPr>
          <p:nvPr/>
        </p:nvSpPr>
        <p:spPr>
          <a:xfrm xmlns:a="http://schemas.openxmlformats.org/drawingml/2006/main">
            <a:off x="590550" y="514350"/>
            <a:ext cx="85725" cy="85725"/>
          </a:xfrm>
          <a:prstGeom xmlns:a="http://schemas.openxmlformats.org/drawingml/2006/main" prst="rect">
            <a:avLst/>
          </a:prstGeom>
          <a:solidFill xmlns:a="http://schemas.openxmlformats.org/drawingml/2006/main">
            <a:srgbClr val="059669"/>
          </a:solidFill>
          <a:ln xmlns:a="http://schemas.openxmlformats.org/drawingml/2006/main" w="0">
            <a:solidFill>
              <a:srgbClr val="000000">
                <a:alpha val="0"/>
              </a:srgbClr>
            </a:solidFill>
            <a:prstDash val="solid"/>
          </a:ln>
        </p:spPr>
      </p:sp>
      <p:sp>
        <p:nvSpPr>
          <p:cNvPr id="13" name="kicker-7-label">
            <a:extLst xmlns:a="http://schemas.openxmlformats.org/drawingml/2006/main">
              <a:ext uri="{FF2B5EF4-FFF2-40B4-BE49-F238E27FC236}">
                <a16:creationId xmlns:a16="http://schemas.microsoft.com/office/drawing/2014/main" id="{6E1D36E6-493B-4139-9CB4-8B28256B817C}"/>
              </a:ext>
            </a:extLst>
          </p:cNvPr>
          <p:cNvSpPr>
            <a:spLocks xmlns:a="http://schemas.openxmlformats.org/drawingml/2006/main" noGrp="1"/>
          </p:cNvSpPr>
          <p:nvPr/>
        </p:nvSpPr>
        <p:spPr>
          <a:xfrm xmlns:a="http://schemas.openxmlformats.org/drawingml/2006/main">
            <a:off x="781050" y="457200"/>
            <a:ext cx="4000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88" b="1">
                <a:solidFill>
                  <a:srgbClr val="0F766E"/>
                </a:solidFill>
                <a:latin typeface="Segoe UI"/>
                <a:ea typeface="Segoe UI"/>
                <a:cs typeface="Segoe UI"/>
              </a:defRPr>
            </a:pPr>
            <a:r>
              <a:rPr sz="788" b="1">
                <a:solidFill>
                  <a:srgbClr val="0F766E"/>
                </a:solidFill>
                <a:latin typeface="Segoe UI"/>
                <a:ea typeface="Segoe UI"/>
                <a:cs typeface="Segoe UI"/>
              </a:rPr>
              <a:t>LỘ TRÌNH</a:t>
            </a:r>
          </a:p>
        </p:txBody>
      </p:sp>
      <p:sp>
        <p:nvSpPr>
          <p:cNvPr id="14" name="">
            <a:extLst xmlns:a="http://schemas.openxmlformats.org/drawingml/2006/main">
              <a:ext uri="{FF2B5EF4-FFF2-40B4-BE49-F238E27FC236}">
                <a16:creationId xmlns:a16="http://schemas.microsoft.com/office/drawing/2014/main" id="{BA94ADCC-27CE-4849-81A5-00AB6DFCB371}"/>
              </a:ext>
            </a:extLst>
          </p:cNvPr>
          <p:cNvSpPr>
            <a:spLocks xmlns:a="http://schemas.openxmlformats.org/drawingml/2006/main" noGrp="1"/>
          </p:cNvSpPr>
          <p:nvPr/>
        </p:nvSpPr>
        <p:spPr>
          <a:xfrm xmlns:a="http://schemas.openxmlformats.org/drawingml/2006/main">
            <a:off x="590550" y="819150"/>
            <a:ext cx="723900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625" b="1">
                <a:solidFill>
                  <a:srgbClr val="0F2F3A"/>
                </a:solidFill>
                <a:latin typeface="Segoe UI"/>
                <a:ea typeface="Segoe UI"/>
                <a:cs typeface="Segoe UI"/>
              </a:defRPr>
            </a:pPr>
            <a:r>
              <a:rPr sz="2625" b="1">
                <a:solidFill>
                  <a:srgbClr val="0F2F3A"/>
                </a:solidFill>
                <a:latin typeface="Segoe UI"/>
                <a:ea typeface="Segoe UI"/>
                <a:cs typeface="Segoe UI"/>
              </a:rPr>
              <a:t>Giá trị tiếp theo nằm ở nhập liệu chuẩn, tìm kiếm sâu và xuất báo cáo.</a:t>
            </a:r>
          </a:p>
        </p:txBody>
      </p:sp>
      <p:sp>
        <p:nvSpPr>
          <p:cNvPr id="15" name="">
            <a:extLst xmlns:a="http://schemas.openxmlformats.org/drawingml/2006/main">
              <a:ext uri="{FF2B5EF4-FFF2-40B4-BE49-F238E27FC236}">
                <a16:creationId xmlns:a16="http://schemas.microsoft.com/office/drawing/2014/main" id="{E49B71A9-04AE-45E7-B0FB-83A5631250BC}"/>
              </a:ext>
            </a:extLst>
          </p:cNvPr>
          <p:cNvSpPr>
            <a:spLocks xmlns:a="http://schemas.openxmlformats.org/drawingml/2006/main" noGrp="1"/>
          </p:cNvSpPr>
          <p:nvPr/>
        </p:nvSpPr>
        <p:spPr>
          <a:xfrm xmlns:a="http://schemas.openxmlformats.org/drawingml/2006/main">
            <a:off x="609600" y="1695450"/>
            <a:ext cx="6477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B6B73"/>
                </a:solidFill>
                <a:latin typeface="Segoe UI"/>
                <a:ea typeface="Segoe UI"/>
                <a:cs typeface="Segoe UI"/>
              </a:defRPr>
            </a:pPr>
            <a:r>
              <a:rPr sz="1050" b="0">
                <a:solidFill>
                  <a:srgbClr val="5B6B73"/>
                </a:solidFill>
                <a:latin typeface="Segoe UI"/>
                <a:ea typeface="Segoe UI"/>
                <a:cs typeface="Segoe UI"/>
              </a:rPr>
              <a:t>README ưu tiên Fuzzy Search và Export Template Builder; CLAUDE.md bổ sung mục tiêu hiện tại là Bulk Import Excel theo chunk để tránh khóa DB.</a:t>
            </a:r>
          </a:p>
        </p:txBody>
      </p:sp>
      <p:sp>
        <p:nvSpPr>
          <p:cNvPr id="16" name="">
            <a:extLst xmlns:a="http://schemas.openxmlformats.org/drawingml/2006/main">
              <a:ext uri="{FF2B5EF4-FFF2-40B4-BE49-F238E27FC236}">
                <a16:creationId xmlns:a16="http://schemas.microsoft.com/office/drawing/2014/main" id="{1EE2E80D-61D4-4B97-95EB-2F08EA1EF11D}"/>
              </a:ext>
            </a:extLst>
          </p:cNvPr>
          <p:cNvSpPr>
            <a:spLocks xmlns:a="http://schemas.openxmlformats.org/drawingml/2006/main" noGrp="1"/>
          </p:cNvSpPr>
          <p:nvPr/>
        </p:nvSpPr>
        <p:spPr>
          <a:xfrm xmlns:a="http://schemas.openxmlformats.org/drawingml/2006/main">
            <a:off x="1485900" y="3486150"/>
            <a:ext cx="8763000" cy="28575"/>
          </a:xfrm>
          <a:prstGeom xmlns:a="http://schemas.openxmlformats.org/drawingml/2006/main" prst="rect">
            <a:avLst/>
          </a:prstGeom>
          <a:solidFill xmlns:a="http://schemas.openxmlformats.org/drawingml/2006/main">
            <a:srgbClr val="B6D8CF"/>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FD068E04-69A9-4CAC-BFB1-452C33503702}"/>
              </a:ext>
            </a:extLst>
          </p:cNvPr>
          <p:cNvSpPr>
            <a:spLocks xmlns:a="http://schemas.openxmlformats.org/drawingml/2006/main" noGrp="1"/>
          </p:cNvSpPr>
          <p:nvPr/>
        </p:nvSpPr>
        <p:spPr>
          <a:xfrm xmlns:a="http://schemas.openxmlformats.org/drawingml/2006/main">
            <a:off x="1809750" y="3352800"/>
            <a:ext cx="285750" cy="285750"/>
          </a:xfrm>
          <a:prstGeom xmlns:a="http://schemas.openxmlformats.org/drawingml/2006/main" prst="rect">
            <a:avLst/>
          </a:prstGeom>
          <a:solidFill xmlns:a="http://schemas.openxmlformats.org/drawingml/2006/main">
            <a:srgbClr val="FFFFFF"/>
          </a:solidFill>
          <a:ln xmlns:a="http://schemas.openxmlformats.org/drawingml/2006/main" w="28575">
            <a:solidFill>
              <a:srgbClr val="059669"/>
            </a:solid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e20fdcc2ed0341e0">
            <a:extLst>
              <a:ext uri="{96DAC541-7B7A-43D3-8B79-37D633B846F1}">
                <asvg:svgBlip xmlns:asvg="http://schemas.microsoft.com/office/drawing/2016/SVG/main" r:embed="R2a9043179f204774"/>
              </a:ext>
            </a:extLst>
          </a:blip>
          <a:stretch xmlns:a="http://schemas.openxmlformats.org/drawingml/2006/main"/>
        </p:blipFill>
        <p:spPr>
          <a:xfrm xmlns:a="http://schemas.openxmlformats.org/drawingml/2006/main">
            <a:off x="1838325" y="3381375"/>
            <a:ext cx="228600" cy="228600"/>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7A2EE3BA-7CFF-4DD0-89CA-2DFA880EA00E}"/>
              </a:ext>
            </a:extLst>
          </p:cNvPr>
          <p:cNvSpPr>
            <a:spLocks xmlns:a="http://schemas.openxmlformats.org/drawingml/2006/main" noGrp="1"/>
          </p:cNvSpPr>
          <p:nvPr/>
        </p:nvSpPr>
        <p:spPr>
          <a:xfrm xmlns:a="http://schemas.openxmlformats.org/drawingml/2006/main">
            <a:off x="1200150" y="2209800"/>
            <a:ext cx="1962150" cy="1200150"/>
          </a:xfrm>
          <a:prstGeom xmlns:a="http://schemas.openxmlformats.org/drawingml/2006/main" prst="rect">
            <a:avLst/>
          </a:prstGeom>
          <a:solidFill xmlns:a="http://schemas.openxmlformats.org/drawingml/2006/main">
            <a:srgbClr val="0F766E">
              <a:alpha val="12549"/>
            </a:srgbClr>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2D16CFFD-62AE-4E93-834D-3CEBD177E8D0}"/>
              </a:ext>
            </a:extLst>
          </p:cNvPr>
          <p:cNvSpPr>
            <a:spLocks xmlns:a="http://schemas.openxmlformats.org/drawingml/2006/main" noGrp="1"/>
          </p:cNvSpPr>
          <p:nvPr/>
        </p:nvSpPr>
        <p:spPr>
          <a:xfrm xmlns:a="http://schemas.openxmlformats.org/drawingml/2006/main">
            <a:off x="1123950" y="2114550"/>
            <a:ext cx="1962150" cy="1200150"/>
          </a:xfrm>
          <a:prstGeom xmlns:a="http://schemas.openxmlformats.org/drawingml/2006/main" prst="rect">
            <a:avLst/>
          </a:prstGeom>
          <a:solidFill xmlns:a="http://schemas.openxmlformats.org/drawingml/2006/main">
            <a:srgbClr val="FFFFFF">
              <a:alpha val="90980"/>
            </a:srgbClr>
          </a:solidFill>
          <a:ln xmlns:a="http://schemas.openxmlformats.org/drawingml/2006/main" w="9525">
            <a:solidFill>
              <a:srgbClr val="FFFFFF"/>
            </a:solidFill>
            <a:prstDash val="solid"/>
          </a:ln>
        </p:spPr>
      </p:sp>
      <p:sp>
        <p:nvSpPr>
          <p:cNvPr id="21" name="">
            <a:extLst xmlns:a="http://schemas.openxmlformats.org/drawingml/2006/main">
              <a:ext uri="{FF2B5EF4-FFF2-40B4-BE49-F238E27FC236}">
                <a16:creationId xmlns:a16="http://schemas.microsoft.com/office/drawing/2014/main" id="{FA3F1874-18F0-4819-8E7E-2381C6C973A9}"/>
              </a:ext>
            </a:extLst>
          </p:cNvPr>
          <p:cNvSpPr>
            <a:spLocks xmlns:a="http://schemas.openxmlformats.org/drawingml/2006/main" noGrp="1"/>
          </p:cNvSpPr>
          <p:nvPr/>
        </p:nvSpPr>
        <p:spPr>
          <a:xfrm xmlns:a="http://schemas.openxmlformats.org/drawingml/2006/main">
            <a:off x="1295400" y="2381250"/>
            <a:ext cx="95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059669"/>
                </a:solidFill>
                <a:latin typeface="Segoe UI"/>
                <a:ea typeface="Segoe UI"/>
                <a:cs typeface="Segoe UI"/>
              </a:defRPr>
            </a:pPr>
            <a:r>
              <a:rPr sz="788" b="1">
                <a:solidFill>
                  <a:srgbClr val="059669"/>
                </a:solidFill>
                <a:latin typeface="Segoe UI"/>
                <a:ea typeface="Segoe UI"/>
                <a:cs typeface="Segoe UI"/>
              </a:rPr>
              <a:t>Hiện tại</a:t>
            </a:r>
          </a:p>
        </p:txBody>
      </p:sp>
      <p:sp>
        <p:nvSpPr>
          <p:cNvPr id="22" name="">
            <a:extLst xmlns:a="http://schemas.openxmlformats.org/drawingml/2006/main">
              <a:ext uri="{FF2B5EF4-FFF2-40B4-BE49-F238E27FC236}">
                <a16:creationId xmlns:a16="http://schemas.microsoft.com/office/drawing/2014/main" id="{39C12EB0-EEC8-4D3A-AD42-4E967F57D7DD}"/>
              </a:ext>
            </a:extLst>
          </p:cNvPr>
          <p:cNvSpPr>
            <a:spLocks xmlns:a="http://schemas.openxmlformats.org/drawingml/2006/main" noGrp="1"/>
          </p:cNvSpPr>
          <p:nvPr/>
        </p:nvSpPr>
        <p:spPr>
          <a:xfrm xmlns:a="http://schemas.openxmlformats.org/drawingml/2006/main">
            <a:off x="1295400" y="2628900"/>
            <a:ext cx="16573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0F2F3A"/>
                </a:solidFill>
                <a:latin typeface="Segoe UI"/>
                <a:ea typeface="Segoe UI"/>
                <a:cs typeface="Segoe UI"/>
              </a:defRPr>
            </a:pPr>
            <a:r>
              <a:rPr sz="1163" b="1">
                <a:solidFill>
                  <a:srgbClr val="0F2F3A"/>
                </a:solidFill>
                <a:latin typeface="Segoe UI"/>
                <a:ea typeface="Segoe UI"/>
                <a:cs typeface="Segoe UI"/>
              </a:rPr>
              <a:t>Bulk Import Excel</a:t>
            </a:r>
          </a:p>
        </p:txBody>
      </p:sp>
      <p:sp>
        <p:nvSpPr>
          <p:cNvPr id="23" name="">
            <a:extLst xmlns:a="http://schemas.openxmlformats.org/drawingml/2006/main">
              <a:ext uri="{FF2B5EF4-FFF2-40B4-BE49-F238E27FC236}">
                <a16:creationId xmlns:a16="http://schemas.microsoft.com/office/drawing/2014/main" id="{CB5C700A-13E8-4850-8635-5DDB7CB069A0}"/>
              </a:ext>
            </a:extLst>
          </p:cNvPr>
          <p:cNvSpPr>
            <a:spLocks xmlns:a="http://schemas.openxmlformats.org/drawingml/2006/main" noGrp="1"/>
          </p:cNvSpPr>
          <p:nvPr/>
        </p:nvSpPr>
        <p:spPr>
          <a:xfrm xmlns:a="http://schemas.openxmlformats.org/drawingml/2006/main">
            <a:off x="1295400" y="2895600"/>
            <a:ext cx="15811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0">
                <a:solidFill>
                  <a:srgbClr val="5B6B73"/>
                </a:solidFill>
                <a:latin typeface="Segoe UI"/>
                <a:ea typeface="Segoe UI"/>
                <a:cs typeface="Segoe UI"/>
              </a:defRPr>
            </a:pPr>
            <a:r>
              <a:rPr sz="735" b="0">
                <a:solidFill>
                  <a:srgbClr val="5B6B73"/>
                </a:solidFill>
                <a:latin typeface="Segoe UI"/>
                <a:ea typeface="Segoe UI"/>
                <a:cs typeface="Segoe UI"/>
              </a:rPr>
              <a:t>Nhận multipart/form-data, validate preview và commit theo chunk 50–100 dòng.</a:t>
            </a:r>
          </a:p>
        </p:txBody>
      </p:sp>
      <p:sp>
        <p:nvSpPr>
          <p:cNvPr id="24" name="">
            <a:extLst xmlns:a="http://schemas.openxmlformats.org/drawingml/2006/main">
              <a:ext uri="{FF2B5EF4-FFF2-40B4-BE49-F238E27FC236}">
                <a16:creationId xmlns:a16="http://schemas.microsoft.com/office/drawing/2014/main" id="{9F626E73-8B85-443A-9B33-FB14AD216105}"/>
              </a:ext>
            </a:extLst>
          </p:cNvPr>
          <p:cNvSpPr>
            <a:spLocks xmlns:a="http://schemas.openxmlformats.org/drawingml/2006/main" noGrp="1"/>
          </p:cNvSpPr>
          <p:nvPr/>
        </p:nvSpPr>
        <p:spPr>
          <a:xfrm xmlns:a="http://schemas.openxmlformats.org/drawingml/2006/main">
            <a:off x="4457700" y="3352800"/>
            <a:ext cx="285750" cy="285750"/>
          </a:xfrm>
          <a:prstGeom xmlns:a="http://schemas.openxmlformats.org/drawingml/2006/main" prst="rect">
            <a:avLst/>
          </a:prstGeom>
          <a:solidFill xmlns:a="http://schemas.openxmlformats.org/drawingml/2006/main">
            <a:srgbClr val="FFFFFF"/>
          </a:solidFill>
          <a:ln xmlns:a="http://schemas.openxmlformats.org/drawingml/2006/main" w="28575">
            <a:solidFill>
              <a:srgbClr val="075985"/>
            </a:solidFill>
            <a:prstDash val="solid"/>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dafd84f877074c3d">
            <a:extLst>
              <a:ext uri="{96DAC541-7B7A-43D3-8B79-37D633B846F1}">
                <asvg:svgBlip xmlns:asvg="http://schemas.microsoft.com/office/drawing/2016/SVG/main" r:embed="Rdc54744b858a4291"/>
              </a:ext>
            </a:extLst>
          </a:blip>
          <a:stretch xmlns:a="http://schemas.openxmlformats.org/drawingml/2006/main"/>
        </p:blipFill>
        <p:spPr>
          <a:xfrm xmlns:a="http://schemas.openxmlformats.org/drawingml/2006/main">
            <a:off x="4486275" y="3381375"/>
            <a:ext cx="228600" cy="228600"/>
          </a:xfrm>
          <a:prstGeom xmlns:a="http://schemas.openxmlformats.org/drawingml/2006/main" prst="rect">
            <a:avLst/>
          </a:prstGeom>
        </p:spPr>
      </p:pic>
      <p:sp>
        <p:nvSpPr>
          <p:cNvPr id="26" name="">
            <a:extLst xmlns:a="http://schemas.openxmlformats.org/drawingml/2006/main">
              <a:ext uri="{FF2B5EF4-FFF2-40B4-BE49-F238E27FC236}">
                <a16:creationId xmlns:a16="http://schemas.microsoft.com/office/drawing/2014/main" id="{A4FE6AA5-2A8C-45D8-940B-2DA0BCC656B0}"/>
              </a:ext>
            </a:extLst>
          </p:cNvPr>
          <p:cNvSpPr>
            <a:spLocks xmlns:a="http://schemas.openxmlformats.org/drawingml/2006/main" noGrp="1"/>
          </p:cNvSpPr>
          <p:nvPr/>
        </p:nvSpPr>
        <p:spPr>
          <a:xfrm xmlns:a="http://schemas.openxmlformats.org/drawingml/2006/main">
            <a:off x="3848100" y="4038600"/>
            <a:ext cx="1962150" cy="1200150"/>
          </a:xfrm>
          <a:prstGeom xmlns:a="http://schemas.openxmlformats.org/drawingml/2006/main" prst="rect">
            <a:avLst/>
          </a:prstGeom>
          <a:solidFill xmlns:a="http://schemas.openxmlformats.org/drawingml/2006/main">
            <a:srgbClr val="0F766E">
              <a:alpha val="12549"/>
            </a:srgbClr>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F3C100E7-11B0-4610-A4C4-1133631F66FD}"/>
              </a:ext>
            </a:extLst>
          </p:cNvPr>
          <p:cNvSpPr>
            <a:spLocks xmlns:a="http://schemas.openxmlformats.org/drawingml/2006/main" noGrp="1"/>
          </p:cNvSpPr>
          <p:nvPr/>
        </p:nvSpPr>
        <p:spPr>
          <a:xfrm xmlns:a="http://schemas.openxmlformats.org/drawingml/2006/main">
            <a:off x="3771900" y="3943350"/>
            <a:ext cx="1962150" cy="1200150"/>
          </a:xfrm>
          <a:prstGeom xmlns:a="http://schemas.openxmlformats.org/drawingml/2006/main" prst="rect">
            <a:avLst/>
          </a:prstGeom>
          <a:solidFill xmlns:a="http://schemas.openxmlformats.org/drawingml/2006/main">
            <a:srgbClr val="FFFFFF">
              <a:alpha val="90980"/>
            </a:srgbClr>
          </a:solidFill>
          <a:ln xmlns:a="http://schemas.openxmlformats.org/drawingml/2006/main" w="9525">
            <a:solidFill>
              <a:srgbClr val="FFFFFF"/>
            </a:solidFill>
            <a:prstDash val="solid"/>
          </a:ln>
        </p:spPr>
      </p:sp>
      <p:sp>
        <p:nvSpPr>
          <p:cNvPr id="28" name="">
            <a:extLst xmlns:a="http://schemas.openxmlformats.org/drawingml/2006/main">
              <a:ext uri="{FF2B5EF4-FFF2-40B4-BE49-F238E27FC236}">
                <a16:creationId xmlns:a16="http://schemas.microsoft.com/office/drawing/2014/main" id="{1E11A363-D79F-4B79-A32C-0CE709FBB21C}"/>
              </a:ext>
            </a:extLst>
          </p:cNvPr>
          <p:cNvSpPr>
            <a:spLocks xmlns:a="http://schemas.openxmlformats.org/drawingml/2006/main" noGrp="1"/>
          </p:cNvSpPr>
          <p:nvPr/>
        </p:nvSpPr>
        <p:spPr>
          <a:xfrm xmlns:a="http://schemas.openxmlformats.org/drawingml/2006/main">
            <a:off x="3943350" y="4210050"/>
            <a:ext cx="95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075985"/>
                </a:solidFill>
                <a:latin typeface="Segoe UI"/>
                <a:ea typeface="Segoe UI"/>
                <a:cs typeface="Segoe UI"/>
              </a:defRPr>
            </a:pPr>
            <a:r>
              <a:rPr sz="788" b="1">
                <a:solidFill>
                  <a:srgbClr val="075985"/>
                </a:solidFill>
                <a:latin typeface="Segoe UI"/>
                <a:ea typeface="Segoe UI"/>
                <a:cs typeface="Segoe UI"/>
              </a:rPr>
              <a:t>Tiếp theo</a:t>
            </a:r>
          </a:p>
        </p:txBody>
      </p:sp>
      <p:sp>
        <p:nvSpPr>
          <p:cNvPr id="29" name="">
            <a:extLst xmlns:a="http://schemas.openxmlformats.org/drawingml/2006/main">
              <a:ext uri="{FF2B5EF4-FFF2-40B4-BE49-F238E27FC236}">
                <a16:creationId xmlns:a16="http://schemas.microsoft.com/office/drawing/2014/main" id="{5CA82AE9-F9C4-4503-8F24-7B69889039F7}"/>
              </a:ext>
            </a:extLst>
          </p:cNvPr>
          <p:cNvSpPr>
            <a:spLocks xmlns:a="http://schemas.openxmlformats.org/drawingml/2006/main" noGrp="1"/>
          </p:cNvSpPr>
          <p:nvPr/>
        </p:nvSpPr>
        <p:spPr>
          <a:xfrm xmlns:a="http://schemas.openxmlformats.org/drawingml/2006/main">
            <a:off x="3943350" y="4457700"/>
            <a:ext cx="16573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0F2F3A"/>
                </a:solidFill>
                <a:latin typeface="Segoe UI"/>
                <a:ea typeface="Segoe UI"/>
                <a:cs typeface="Segoe UI"/>
              </a:defRPr>
            </a:pPr>
            <a:r>
              <a:rPr sz="1163" b="1">
                <a:solidFill>
                  <a:srgbClr val="0F2F3A"/>
                </a:solidFill>
                <a:latin typeface="Segoe UI"/>
                <a:ea typeface="Segoe UI"/>
                <a:cs typeface="Segoe UI"/>
              </a:rPr>
              <a:t>Fuzzy Search toàn diện</a:t>
            </a:r>
          </a:p>
        </p:txBody>
      </p:sp>
      <p:sp>
        <p:nvSpPr>
          <p:cNvPr id="30" name="">
            <a:extLst xmlns:a="http://schemas.openxmlformats.org/drawingml/2006/main">
              <a:ext uri="{FF2B5EF4-FFF2-40B4-BE49-F238E27FC236}">
                <a16:creationId xmlns:a16="http://schemas.microsoft.com/office/drawing/2014/main" id="{5AB2925F-E43A-481A-9AF1-FF59A5093FFC}"/>
              </a:ext>
            </a:extLst>
          </p:cNvPr>
          <p:cNvSpPr>
            <a:spLocks xmlns:a="http://schemas.openxmlformats.org/drawingml/2006/main" noGrp="1"/>
          </p:cNvSpPr>
          <p:nvPr/>
        </p:nvSpPr>
        <p:spPr>
          <a:xfrm xmlns:a="http://schemas.openxmlformats.org/drawingml/2006/main">
            <a:off x="3943350" y="4724400"/>
            <a:ext cx="15811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0">
                <a:solidFill>
                  <a:srgbClr val="5B6B73"/>
                </a:solidFill>
                <a:latin typeface="Segoe UI"/>
                <a:ea typeface="Segoe UI"/>
                <a:cs typeface="Segoe UI"/>
              </a:defRPr>
            </a:pPr>
            <a:r>
              <a:rPr sz="735" b="0">
                <a:solidFill>
                  <a:srgbClr val="5B6B73"/>
                </a:solidFill>
                <a:latin typeface="Segoe UI"/>
                <a:ea typeface="Segoe UI"/>
                <a:cs typeface="Segoe UI"/>
              </a:rPr>
              <a:t>RapidFuzz sâu hơn trên nhiều trường, chịu lỗi dấu và định dạng.</a:t>
            </a:r>
          </a:p>
        </p:txBody>
      </p:sp>
      <p:sp>
        <p:nvSpPr>
          <p:cNvPr id="31" name="">
            <a:extLst xmlns:a="http://schemas.openxmlformats.org/drawingml/2006/main">
              <a:ext uri="{FF2B5EF4-FFF2-40B4-BE49-F238E27FC236}">
                <a16:creationId xmlns:a16="http://schemas.microsoft.com/office/drawing/2014/main" id="{D8A87536-7726-47F9-A510-DA8193B37093}"/>
              </a:ext>
            </a:extLst>
          </p:cNvPr>
          <p:cNvSpPr>
            <a:spLocks xmlns:a="http://schemas.openxmlformats.org/drawingml/2006/main" noGrp="1"/>
          </p:cNvSpPr>
          <p:nvPr/>
        </p:nvSpPr>
        <p:spPr>
          <a:xfrm xmlns:a="http://schemas.openxmlformats.org/drawingml/2006/main">
            <a:off x="7105650" y="3352800"/>
            <a:ext cx="285750" cy="285750"/>
          </a:xfrm>
          <a:prstGeom xmlns:a="http://schemas.openxmlformats.org/drawingml/2006/main" prst="rect">
            <a:avLst/>
          </a:prstGeom>
          <a:solidFill xmlns:a="http://schemas.openxmlformats.org/drawingml/2006/main">
            <a:srgbClr val="FFFFFF"/>
          </a:solidFill>
          <a:ln xmlns:a="http://schemas.openxmlformats.org/drawingml/2006/main" w="28575">
            <a:solidFill>
              <a:srgbClr val="0F766E"/>
            </a:solidFill>
            <a:prstDash val="solid"/>
          </a:ln>
        </p:spPr>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57fa357c554c4cf3">
            <a:extLst>
              <a:ext uri="{96DAC541-7B7A-43D3-8B79-37D633B846F1}">
                <asvg:svgBlip xmlns:asvg="http://schemas.microsoft.com/office/drawing/2016/SVG/main" r:embed="Rcea6b41708d64e81"/>
              </a:ext>
            </a:extLst>
          </a:blip>
          <a:stretch xmlns:a="http://schemas.openxmlformats.org/drawingml/2006/main"/>
        </p:blipFill>
        <p:spPr>
          <a:xfrm xmlns:a="http://schemas.openxmlformats.org/drawingml/2006/main">
            <a:off x="7134225" y="3381375"/>
            <a:ext cx="228600" cy="228600"/>
          </a:xfrm>
          <a:prstGeom xmlns:a="http://schemas.openxmlformats.org/drawingml/2006/main" prst="rect">
            <a:avLst/>
          </a:prstGeom>
        </p:spPr>
      </p:pic>
      <p:sp>
        <p:nvSpPr>
          <p:cNvPr id="33" name="">
            <a:extLst xmlns:a="http://schemas.openxmlformats.org/drawingml/2006/main">
              <a:ext uri="{FF2B5EF4-FFF2-40B4-BE49-F238E27FC236}">
                <a16:creationId xmlns:a16="http://schemas.microsoft.com/office/drawing/2014/main" id="{3780D37E-21CF-4229-9CD0-35161E91405B}"/>
              </a:ext>
            </a:extLst>
          </p:cNvPr>
          <p:cNvSpPr>
            <a:spLocks xmlns:a="http://schemas.openxmlformats.org/drawingml/2006/main" noGrp="1"/>
          </p:cNvSpPr>
          <p:nvPr/>
        </p:nvSpPr>
        <p:spPr>
          <a:xfrm xmlns:a="http://schemas.openxmlformats.org/drawingml/2006/main">
            <a:off x="6496050" y="2209800"/>
            <a:ext cx="1962150" cy="1200150"/>
          </a:xfrm>
          <a:prstGeom xmlns:a="http://schemas.openxmlformats.org/drawingml/2006/main" prst="rect">
            <a:avLst/>
          </a:prstGeom>
          <a:solidFill xmlns:a="http://schemas.openxmlformats.org/drawingml/2006/main">
            <a:srgbClr val="0F766E">
              <a:alpha val="12549"/>
            </a:srgbClr>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4574420A-7704-4A66-BF88-048DEC3D1750}"/>
              </a:ext>
            </a:extLst>
          </p:cNvPr>
          <p:cNvSpPr>
            <a:spLocks xmlns:a="http://schemas.openxmlformats.org/drawingml/2006/main" noGrp="1"/>
          </p:cNvSpPr>
          <p:nvPr/>
        </p:nvSpPr>
        <p:spPr>
          <a:xfrm xmlns:a="http://schemas.openxmlformats.org/drawingml/2006/main">
            <a:off x="6419850" y="2114550"/>
            <a:ext cx="1962150" cy="1200150"/>
          </a:xfrm>
          <a:prstGeom xmlns:a="http://schemas.openxmlformats.org/drawingml/2006/main" prst="rect">
            <a:avLst/>
          </a:prstGeom>
          <a:solidFill xmlns:a="http://schemas.openxmlformats.org/drawingml/2006/main">
            <a:srgbClr val="FFFFFF">
              <a:alpha val="90980"/>
            </a:srgbClr>
          </a:solidFill>
          <a:ln xmlns:a="http://schemas.openxmlformats.org/drawingml/2006/main" w="9525">
            <a:solidFill>
              <a:srgbClr val="FFFFFF"/>
            </a:solidFill>
            <a:prstDash val="solid"/>
          </a:ln>
        </p:spPr>
      </p:sp>
      <p:sp>
        <p:nvSpPr>
          <p:cNvPr id="35" name="">
            <a:extLst xmlns:a="http://schemas.openxmlformats.org/drawingml/2006/main">
              <a:ext uri="{FF2B5EF4-FFF2-40B4-BE49-F238E27FC236}">
                <a16:creationId xmlns:a16="http://schemas.microsoft.com/office/drawing/2014/main" id="{C8813DCD-7A4D-4A0C-B06D-33A6665AAFEE}"/>
              </a:ext>
            </a:extLst>
          </p:cNvPr>
          <p:cNvSpPr>
            <a:spLocks xmlns:a="http://schemas.openxmlformats.org/drawingml/2006/main" noGrp="1"/>
          </p:cNvSpPr>
          <p:nvPr/>
        </p:nvSpPr>
        <p:spPr>
          <a:xfrm xmlns:a="http://schemas.openxmlformats.org/drawingml/2006/main">
            <a:off x="6591300" y="2381250"/>
            <a:ext cx="95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0F766E"/>
                </a:solidFill>
                <a:latin typeface="Segoe UI"/>
                <a:ea typeface="Segoe UI"/>
                <a:cs typeface="Segoe UI"/>
              </a:defRPr>
            </a:pPr>
            <a:r>
              <a:rPr sz="788" b="1">
                <a:solidFill>
                  <a:srgbClr val="0F766E"/>
                </a:solidFill>
                <a:latin typeface="Segoe UI"/>
                <a:ea typeface="Segoe UI"/>
                <a:cs typeface="Segoe UI"/>
              </a:rPr>
              <a:t>Kế tiếp</a:t>
            </a:r>
          </a:p>
        </p:txBody>
      </p:sp>
      <p:sp>
        <p:nvSpPr>
          <p:cNvPr id="36" name="">
            <a:extLst xmlns:a="http://schemas.openxmlformats.org/drawingml/2006/main">
              <a:ext uri="{FF2B5EF4-FFF2-40B4-BE49-F238E27FC236}">
                <a16:creationId xmlns:a16="http://schemas.microsoft.com/office/drawing/2014/main" id="{D56CFCA5-7E6B-4CAC-BC35-A61B81807CFE}"/>
              </a:ext>
            </a:extLst>
          </p:cNvPr>
          <p:cNvSpPr>
            <a:spLocks xmlns:a="http://schemas.openxmlformats.org/drawingml/2006/main" noGrp="1"/>
          </p:cNvSpPr>
          <p:nvPr/>
        </p:nvSpPr>
        <p:spPr>
          <a:xfrm xmlns:a="http://schemas.openxmlformats.org/drawingml/2006/main">
            <a:off x="6591300" y="2628900"/>
            <a:ext cx="16573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0F2F3A"/>
                </a:solidFill>
                <a:latin typeface="Segoe UI"/>
                <a:ea typeface="Segoe UI"/>
                <a:cs typeface="Segoe UI"/>
              </a:defRPr>
            </a:pPr>
            <a:r>
              <a:rPr sz="1163" b="1">
                <a:solidFill>
                  <a:srgbClr val="0F2F3A"/>
                </a:solidFill>
                <a:latin typeface="Segoe UI"/>
                <a:ea typeface="Segoe UI"/>
                <a:cs typeface="Segoe UI"/>
              </a:rPr>
              <a:t>Danh bạ toàn cục</a:t>
            </a:r>
          </a:p>
        </p:txBody>
      </p:sp>
      <p:sp>
        <p:nvSpPr>
          <p:cNvPr id="37" name="">
            <a:extLst xmlns:a="http://schemas.openxmlformats.org/drawingml/2006/main">
              <a:ext uri="{FF2B5EF4-FFF2-40B4-BE49-F238E27FC236}">
                <a16:creationId xmlns:a16="http://schemas.microsoft.com/office/drawing/2014/main" id="{66573604-8823-413B-A355-CA0A11D7FD71}"/>
              </a:ext>
            </a:extLst>
          </p:cNvPr>
          <p:cNvSpPr>
            <a:spLocks xmlns:a="http://schemas.openxmlformats.org/drawingml/2006/main" noGrp="1"/>
          </p:cNvSpPr>
          <p:nvPr/>
        </p:nvSpPr>
        <p:spPr>
          <a:xfrm xmlns:a="http://schemas.openxmlformats.org/drawingml/2006/main">
            <a:off x="6591300" y="2895600"/>
            <a:ext cx="15811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0">
                <a:solidFill>
                  <a:srgbClr val="5B6B73"/>
                </a:solidFill>
                <a:latin typeface="Segoe UI"/>
                <a:ea typeface="Segoe UI"/>
                <a:cs typeface="Segoe UI"/>
              </a:defRPr>
            </a:pPr>
            <a:r>
              <a:rPr sz="735" b="0">
                <a:solidFill>
                  <a:srgbClr val="5B6B73"/>
                </a:solidFill>
                <a:latin typeface="Segoe UI"/>
                <a:ea typeface="Segoe UI"/>
                <a:cs typeface="Segoe UI"/>
              </a:rPr>
              <a:t>Tra cứu SĐT và tài khoản ngân hàng bằng HTMX delay search.</a:t>
            </a:r>
          </a:p>
        </p:txBody>
      </p:sp>
      <p:sp>
        <p:nvSpPr>
          <p:cNvPr id="38" name="">
            <a:extLst xmlns:a="http://schemas.openxmlformats.org/drawingml/2006/main">
              <a:ext uri="{FF2B5EF4-FFF2-40B4-BE49-F238E27FC236}">
                <a16:creationId xmlns:a16="http://schemas.microsoft.com/office/drawing/2014/main" id="{6F7F6969-1F53-4267-97AC-E2F49D3C832F}"/>
              </a:ext>
            </a:extLst>
          </p:cNvPr>
          <p:cNvSpPr>
            <a:spLocks xmlns:a="http://schemas.openxmlformats.org/drawingml/2006/main" noGrp="1"/>
          </p:cNvSpPr>
          <p:nvPr/>
        </p:nvSpPr>
        <p:spPr>
          <a:xfrm xmlns:a="http://schemas.openxmlformats.org/drawingml/2006/main">
            <a:off x="9753600" y="3352800"/>
            <a:ext cx="285750" cy="285750"/>
          </a:xfrm>
          <a:prstGeom xmlns:a="http://schemas.openxmlformats.org/drawingml/2006/main" prst="rect">
            <a:avLst/>
          </a:prstGeom>
          <a:solidFill xmlns:a="http://schemas.openxmlformats.org/drawingml/2006/main">
            <a:srgbClr val="FFFFFF"/>
          </a:solidFill>
          <a:ln xmlns:a="http://schemas.openxmlformats.org/drawingml/2006/main" w="28575">
            <a:solidFill>
              <a:srgbClr val="D97706"/>
            </a:solidFill>
            <a:prstDash val="solid"/>
          </a:ln>
        </p:spPr>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db97ab3ea05a4f51">
            <a:extLst>
              <a:ext uri="{96DAC541-7B7A-43D3-8B79-37D633B846F1}">
                <asvg:svgBlip xmlns:asvg="http://schemas.microsoft.com/office/drawing/2016/SVG/main" r:embed="Rd3d093f67f7d477d"/>
              </a:ext>
            </a:extLst>
          </a:blip>
          <a:stretch xmlns:a="http://schemas.openxmlformats.org/drawingml/2006/main"/>
        </p:blipFill>
        <p:spPr>
          <a:xfrm xmlns:a="http://schemas.openxmlformats.org/drawingml/2006/main">
            <a:off x="9782175" y="3381375"/>
            <a:ext cx="228600" cy="228600"/>
          </a:xfrm>
          <a:prstGeom xmlns:a="http://schemas.openxmlformats.org/drawingml/2006/main" prst="rect">
            <a:avLst/>
          </a:prstGeom>
        </p:spPr>
      </p:pic>
      <p:sp>
        <p:nvSpPr>
          <p:cNvPr id="40" name="">
            <a:extLst xmlns:a="http://schemas.openxmlformats.org/drawingml/2006/main">
              <a:ext uri="{FF2B5EF4-FFF2-40B4-BE49-F238E27FC236}">
                <a16:creationId xmlns:a16="http://schemas.microsoft.com/office/drawing/2014/main" id="{E8458F9F-8DF4-49D0-8017-A1C8DC97C77E}"/>
              </a:ext>
            </a:extLst>
          </p:cNvPr>
          <p:cNvSpPr>
            <a:spLocks xmlns:a="http://schemas.openxmlformats.org/drawingml/2006/main" noGrp="1"/>
          </p:cNvSpPr>
          <p:nvPr/>
        </p:nvSpPr>
        <p:spPr>
          <a:xfrm xmlns:a="http://schemas.openxmlformats.org/drawingml/2006/main">
            <a:off x="9144000" y="4038600"/>
            <a:ext cx="1962150" cy="1200150"/>
          </a:xfrm>
          <a:prstGeom xmlns:a="http://schemas.openxmlformats.org/drawingml/2006/main" prst="rect">
            <a:avLst/>
          </a:prstGeom>
          <a:solidFill xmlns:a="http://schemas.openxmlformats.org/drawingml/2006/main">
            <a:srgbClr val="0F766E">
              <a:alpha val="12549"/>
            </a:srgbClr>
          </a:solidFill>
          <a:ln xmlns:a="http://schemas.openxmlformats.org/drawingml/2006/main" w="0">
            <a:solidFill>
              <a:srgbClr val="000000">
                <a:alpha val="0"/>
              </a:srgbClr>
            </a:solidFill>
            <a:prstDash val="solid"/>
          </a:ln>
        </p:spPr>
      </p:sp>
      <p:sp>
        <p:nvSpPr>
          <p:cNvPr id="41" name="">
            <a:extLst xmlns:a="http://schemas.openxmlformats.org/drawingml/2006/main">
              <a:ext uri="{FF2B5EF4-FFF2-40B4-BE49-F238E27FC236}">
                <a16:creationId xmlns:a16="http://schemas.microsoft.com/office/drawing/2014/main" id="{80FFCA5D-34B1-4E91-ACD8-67112CA0F033}"/>
              </a:ext>
            </a:extLst>
          </p:cNvPr>
          <p:cNvSpPr>
            <a:spLocks xmlns:a="http://schemas.openxmlformats.org/drawingml/2006/main" noGrp="1"/>
          </p:cNvSpPr>
          <p:nvPr/>
        </p:nvSpPr>
        <p:spPr>
          <a:xfrm xmlns:a="http://schemas.openxmlformats.org/drawingml/2006/main">
            <a:off x="9067800" y="3943350"/>
            <a:ext cx="1962150" cy="1200150"/>
          </a:xfrm>
          <a:prstGeom xmlns:a="http://schemas.openxmlformats.org/drawingml/2006/main" prst="rect">
            <a:avLst/>
          </a:prstGeom>
          <a:solidFill xmlns:a="http://schemas.openxmlformats.org/drawingml/2006/main">
            <a:srgbClr val="FFFFFF">
              <a:alpha val="90980"/>
            </a:srgbClr>
          </a:solidFill>
          <a:ln xmlns:a="http://schemas.openxmlformats.org/drawingml/2006/main" w="9525">
            <a:solidFill>
              <a:srgbClr val="FFFFFF"/>
            </a:solidFill>
            <a:prstDash val="solid"/>
          </a:ln>
        </p:spPr>
      </p:sp>
      <p:sp>
        <p:nvSpPr>
          <p:cNvPr id="42" name="">
            <a:extLst xmlns:a="http://schemas.openxmlformats.org/drawingml/2006/main">
              <a:ext uri="{FF2B5EF4-FFF2-40B4-BE49-F238E27FC236}">
                <a16:creationId xmlns:a16="http://schemas.microsoft.com/office/drawing/2014/main" id="{14F813A8-4132-4FB7-BC69-F75230EF6DF1}"/>
              </a:ext>
            </a:extLst>
          </p:cNvPr>
          <p:cNvSpPr>
            <a:spLocks xmlns:a="http://schemas.openxmlformats.org/drawingml/2006/main" noGrp="1"/>
          </p:cNvSpPr>
          <p:nvPr/>
        </p:nvSpPr>
        <p:spPr>
          <a:xfrm xmlns:a="http://schemas.openxmlformats.org/drawingml/2006/main">
            <a:off x="9239250" y="4210050"/>
            <a:ext cx="95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D97706"/>
                </a:solidFill>
                <a:latin typeface="Segoe UI"/>
                <a:ea typeface="Segoe UI"/>
                <a:cs typeface="Segoe UI"/>
              </a:defRPr>
            </a:pPr>
            <a:r>
              <a:rPr sz="788" b="1">
                <a:solidFill>
                  <a:srgbClr val="D97706"/>
                </a:solidFill>
                <a:latin typeface="Segoe UI"/>
                <a:ea typeface="Segoe UI"/>
                <a:cs typeface="Segoe UI"/>
              </a:rPr>
              <a:t>Tương lai</a:t>
            </a:r>
          </a:p>
        </p:txBody>
      </p:sp>
      <p:sp>
        <p:nvSpPr>
          <p:cNvPr id="43" name="">
            <a:extLst xmlns:a="http://schemas.openxmlformats.org/drawingml/2006/main">
              <a:ext uri="{FF2B5EF4-FFF2-40B4-BE49-F238E27FC236}">
                <a16:creationId xmlns:a16="http://schemas.microsoft.com/office/drawing/2014/main" id="{A1E5582D-5B50-4876-B3D8-E0BBD75881CF}"/>
              </a:ext>
            </a:extLst>
          </p:cNvPr>
          <p:cNvSpPr>
            <a:spLocks xmlns:a="http://schemas.openxmlformats.org/drawingml/2006/main" noGrp="1"/>
          </p:cNvSpPr>
          <p:nvPr/>
        </p:nvSpPr>
        <p:spPr>
          <a:xfrm xmlns:a="http://schemas.openxmlformats.org/drawingml/2006/main">
            <a:off x="9239250" y="4457700"/>
            <a:ext cx="16573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0F2F3A"/>
                </a:solidFill>
                <a:latin typeface="Segoe UI"/>
                <a:ea typeface="Segoe UI"/>
                <a:cs typeface="Segoe UI"/>
              </a:defRPr>
            </a:pPr>
            <a:r>
              <a:rPr sz="1163" b="1">
                <a:solidFill>
                  <a:srgbClr val="0F2F3A"/>
                </a:solidFill>
                <a:latin typeface="Segoe UI"/>
                <a:ea typeface="Segoe UI"/>
                <a:cs typeface="Segoe UI"/>
              </a:rPr>
              <a:t>Báo cáo &amp; export</a:t>
            </a:r>
          </a:p>
        </p:txBody>
      </p:sp>
      <p:sp>
        <p:nvSpPr>
          <p:cNvPr id="44" name="">
            <a:extLst xmlns:a="http://schemas.openxmlformats.org/drawingml/2006/main">
              <a:ext uri="{FF2B5EF4-FFF2-40B4-BE49-F238E27FC236}">
                <a16:creationId xmlns:a16="http://schemas.microsoft.com/office/drawing/2014/main" id="{A3AC8A54-F91E-4703-A4DA-C7B25A2CC64C}"/>
              </a:ext>
            </a:extLst>
          </p:cNvPr>
          <p:cNvSpPr>
            <a:spLocks xmlns:a="http://schemas.openxmlformats.org/drawingml/2006/main" noGrp="1"/>
          </p:cNvSpPr>
          <p:nvPr/>
        </p:nvSpPr>
        <p:spPr>
          <a:xfrm xmlns:a="http://schemas.openxmlformats.org/drawingml/2006/main">
            <a:off x="9239250" y="4724400"/>
            <a:ext cx="15811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0">
                <a:solidFill>
                  <a:srgbClr val="5B6B73"/>
                </a:solidFill>
                <a:latin typeface="Segoe UI"/>
                <a:ea typeface="Segoe UI"/>
                <a:cs typeface="Segoe UI"/>
              </a:defRPr>
            </a:pPr>
            <a:r>
              <a:rPr sz="735" b="0">
                <a:solidFill>
                  <a:srgbClr val="5B6B73"/>
                </a:solidFill>
                <a:latin typeface="Segoe UI"/>
                <a:ea typeface="Segoe UI"/>
                <a:cs typeface="Segoe UI"/>
              </a:rPr>
              <a:t>ECharts realtime, xuất Word/Excel từ kết quả tìm kiếm.</a:t>
            </a:r>
          </a:p>
        </p:txBody>
      </p:sp>
      <p:sp>
        <p:nvSpPr>
          <p:cNvPr id="45" name="">
            <a:extLst xmlns:a="http://schemas.openxmlformats.org/drawingml/2006/main">
              <a:ext uri="{FF2B5EF4-FFF2-40B4-BE49-F238E27FC236}">
                <a16:creationId xmlns:a16="http://schemas.microsoft.com/office/drawing/2014/main" id="{02A62D5E-0E15-4B36-AC44-284A063295D9}"/>
              </a:ext>
            </a:extLst>
          </p:cNvPr>
          <p:cNvSpPr>
            <a:spLocks xmlns:a="http://schemas.openxmlformats.org/drawingml/2006/main" noGrp="1"/>
          </p:cNvSpPr>
          <p:nvPr/>
        </p:nvSpPr>
        <p:spPr>
          <a:xfrm xmlns:a="http://schemas.openxmlformats.org/drawingml/2006/main">
            <a:off x="1657350" y="5619750"/>
            <a:ext cx="8001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0F2F3A"/>
                </a:solidFill>
                <a:latin typeface="Segoe UI"/>
                <a:ea typeface="Segoe UI"/>
                <a:cs typeface="Segoe UI"/>
              </a:defRPr>
            </a:pPr>
            <a:r>
              <a:rPr sz="1050" b="1">
                <a:solidFill>
                  <a:srgbClr val="0F2F3A"/>
                </a:solidFill>
                <a:latin typeface="Segoe UI"/>
                <a:ea typeface="Segoe UI"/>
                <a:cs typeface="Segoe UI"/>
              </a:rPr>
              <a:t>Nguyên tắc triển khai: đơn giản, đúng luồng HTMX, không phá SQLCipher/localhost guardrails.</a:t>
            </a:r>
          </a:p>
        </p:txBody>
      </p:sp>
      <p:sp>
        <p:nvSpPr>
          <p:cNvPr id="46" name="">
            <a:extLst xmlns:a="http://schemas.openxmlformats.org/drawingml/2006/main">
              <a:ext uri="{FF2B5EF4-FFF2-40B4-BE49-F238E27FC236}">
                <a16:creationId xmlns:a16="http://schemas.microsoft.com/office/drawing/2014/main" id="{63789FE9-6474-4EBE-B99E-46D3103591CA}"/>
              </a:ext>
            </a:extLst>
          </p:cNvPr>
          <p:cNvSpPr>
            <a:spLocks xmlns:a="http://schemas.openxmlformats.org/drawingml/2006/main" noGrp="1"/>
          </p:cNvSpPr>
          <p:nvPr/>
        </p:nvSpPr>
        <p:spPr>
          <a:xfrm xmlns:a="http://schemas.openxmlformats.org/drawingml/2006/main">
            <a:off x="590550" y="6419850"/>
            <a:ext cx="9715500" cy="9525"/>
          </a:xfrm>
          <a:prstGeom xmlns:a="http://schemas.openxmlformats.org/drawingml/2006/main" prst="rect">
            <a:avLst/>
          </a:prstGeom>
          <a:solidFill xmlns:a="http://schemas.openxmlformats.org/drawingml/2006/main">
            <a:srgbClr val="B6D8CF"/>
          </a:solidFill>
          <a:ln xmlns:a="http://schemas.openxmlformats.org/drawingml/2006/main" w="0">
            <a:solidFill>
              <a:srgbClr val="000000">
                <a:alpha val="0"/>
              </a:srgbClr>
            </a:solidFill>
            <a:prstDash val="solid"/>
          </a:ln>
        </p:spPr>
      </p:sp>
      <p:sp>
        <p:nvSpPr>
          <p:cNvPr id="47" name="">
            <a:extLst xmlns:a="http://schemas.openxmlformats.org/drawingml/2006/main">
              <a:ext uri="{FF2B5EF4-FFF2-40B4-BE49-F238E27FC236}">
                <a16:creationId xmlns:a16="http://schemas.microsoft.com/office/drawing/2014/main" id="{DB514081-81A1-4BCD-93E7-732AF8664F02}"/>
              </a:ext>
            </a:extLst>
          </p:cNvPr>
          <p:cNvSpPr>
            <a:spLocks xmlns:a="http://schemas.openxmlformats.org/drawingml/2006/main" noGrp="1"/>
          </p:cNvSpPr>
          <p:nvPr/>
        </p:nvSpPr>
        <p:spPr>
          <a:xfrm xmlns:a="http://schemas.openxmlformats.org/drawingml/2006/main">
            <a:off x="590550" y="6515100"/>
            <a:ext cx="7239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8AA0A6"/>
                </a:solidFill>
                <a:latin typeface="Segoe UI"/>
                <a:ea typeface="Segoe UI"/>
                <a:cs typeface="Segoe UI"/>
              </a:defRPr>
            </a:pPr>
            <a:r>
              <a:rPr sz="638" b="0">
                <a:solidFill>
                  <a:srgbClr val="8AA0A6"/>
                </a:solidFill>
                <a:latin typeface="Segoe UI"/>
                <a:ea typeface="Segoe UI"/>
                <a:cs typeface="Segoe UI"/>
              </a:rPr>
              <a:t>Nguồn: README Roadmap; CLAUDE.md roadmap nâng cấp</a:t>
            </a:r>
          </a:p>
        </p:txBody>
      </p:sp>
      <p:sp>
        <p:nvSpPr>
          <p:cNvPr id="48" name="">
            <a:extLst xmlns:a="http://schemas.openxmlformats.org/drawingml/2006/main">
              <a:ext uri="{FF2B5EF4-FFF2-40B4-BE49-F238E27FC236}">
                <a16:creationId xmlns:a16="http://schemas.microsoft.com/office/drawing/2014/main" id="{AEF26322-69AE-47FE-B494-A42AA6A95F28}"/>
              </a:ext>
            </a:extLst>
          </p:cNvPr>
          <p:cNvSpPr>
            <a:spLocks xmlns:a="http://schemas.openxmlformats.org/drawingml/2006/main" noGrp="1"/>
          </p:cNvSpPr>
          <p:nvPr/>
        </p:nvSpPr>
        <p:spPr>
          <a:xfrm xmlns:a="http://schemas.openxmlformats.org/drawingml/2006/main">
            <a:off x="11106150" y="6477000"/>
            <a:ext cx="5143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0F766E"/>
                </a:solidFill>
                <a:latin typeface="Segoe UI"/>
                <a:ea typeface="Segoe UI"/>
                <a:cs typeface="Segoe UI"/>
              </a:defRPr>
            </a:pPr>
            <a:r>
              <a:rPr sz="900" b="1">
                <a:solidFill>
                  <a:srgbClr val="0F766E"/>
                </a:solidFill>
                <a:latin typeface="Segoe UI"/>
                <a:ea typeface="Segoe UI"/>
                <a:cs typeface="Segoe UI"/>
              </a:rPr>
              <a:t>07</a:t>
            </a:r>
          </a:p>
        </p:txBody>
      </p:sp>
    </p:spTree>
    <p:extLst>
      <p:ext uri="{BB962C8B-B14F-4D97-AF65-F5344CB8AC3E}">
        <p14:creationId xmlns:p14="http://schemas.microsoft.com/office/powerpoint/2010/main" val="104045892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DA03EAA-94E9-481A-BF2F-9BC0BCD5FF7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2FBF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280BBD7B-FEFA-4439-8AF9-A4100009583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DDF3E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13494751-97EA-4C4D-BE48-CED6D4CE9AB1}"/>
              </a:ext>
            </a:extLst>
          </p:cNvPr>
          <p:cNvSpPr>
            <a:spLocks xmlns:a="http://schemas.openxmlformats.org/drawingml/2006/main" noGrp="1"/>
          </p:cNvSpPr>
          <p:nvPr/>
        </p:nvSpPr>
        <p:spPr>
          <a:xfrm xmlns:a="http://schemas.openxmlformats.org/drawingml/2006/main">
            <a:off x="11982450" y="0"/>
            <a:ext cx="209550" cy="6858000"/>
          </a:xfrm>
          <a:prstGeom xmlns:a="http://schemas.openxmlformats.org/drawingml/2006/main" prst="rect">
            <a:avLst/>
          </a:prstGeom>
          <a:solidFill xmlns:a="http://schemas.openxmlformats.org/drawingml/2006/main">
            <a:srgbClr val="CBEADF"/>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0EC17535-41EF-460E-9348-D1443B07805D}"/>
              </a:ext>
            </a:extLst>
          </p:cNvPr>
          <p:cNvSpPr>
            <a:spLocks xmlns:a="http://schemas.openxmlformats.org/drawingml/2006/main" noGrp="1"/>
          </p:cNvSpPr>
          <p:nvPr/>
        </p:nvSpPr>
        <p:spPr>
          <a:xfrm xmlns:a="http://schemas.openxmlformats.org/drawingml/2006/main">
            <a:off x="0" y="6076950"/>
            <a:ext cx="12192000" cy="781050"/>
          </a:xfrm>
          <a:prstGeom xmlns:a="http://schemas.openxmlformats.org/drawingml/2006/main" prst="rect">
            <a:avLst/>
          </a:prstGeom>
          <a:solidFill xmlns:a="http://schemas.openxmlformats.org/drawingml/2006/main">
            <a:srgbClr val="CFEADF"/>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D8C9C61E-FE69-4A99-96A2-449FA157583B}"/>
              </a:ext>
            </a:extLst>
          </p:cNvPr>
          <p:cNvSpPr>
            <a:spLocks xmlns:a="http://schemas.openxmlformats.org/drawingml/2006/main" noGrp="1"/>
          </p:cNvSpPr>
          <p:nvPr/>
        </p:nvSpPr>
        <p:spPr>
          <a:xfrm xmlns:a="http://schemas.openxmlformats.org/drawingml/2006/main">
            <a:off x="685800" y="781050"/>
            <a:ext cx="838200" cy="9525"/>
          </a:xfrm>
          <a:prstGeom xmlns:a="http://schemas.openxmlformats.org/drawingml/2006/main" prst="rect">
            <a:avLst/>
          </a:prstGeom>
          <a:solidFill xmlns:a="http://schemas.openxmlformats.org/drawingml/2006/main">
            <a:srgbClr val="6FCFAD">
              <a:alpha val="40000"/>
            </a:srgbClr>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FB51D040-6498-4E1B-B227-1D575AE4BBD4}"/>
              </a:ext>
            </a:extLst>
          </p:cNvPr>
          <p:cNvSpPr>
            <a:spLocks xmlns:a="http://schemas.openxmlformats.org/drawingml/2006/main" noGrp="1"/>
          </p:cNvSpPr>
          <p:nvPr/>
        </p:nvSpPr>
        <p:spPr>
          <a:xfrm xmlns:a="http://schemas.openxmlformats.org/drawingml/2006/main">
            <a:off x="2114550" y="895350"/>
            <a:ext cx="838200" cy="9525"/>
          </a:xfrm>
          <a:prstGeom xmlns:a="http://schemas.openxmlformats.org/drawingml/2006/main" prst="rect">
            <a:avLst/>
          </a:prstGeom>
          <a:solidFill xmlns:a="http://schemas.openxmlformats.org/drawingml/2006/main">
            <a:srgbClr val="6FCFAD">
              <a:alpha val="40000"/>
            </a:srgbClr>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2A286098-8247-44DA-9589-1CA62199E6B0}"/>
              </a:ext>
            </a:extLst>
          </p:cNvPr>
          <p:cNvSpPr>
            <a:spLocks xmlns:a="http://schemas.openxmlformats.org/drawingml/2006/main" noGrp="1"/>
          </p:cNvSpPr>
          <p:nvPr/>
        </p:nvSpPr>
        <p:spPr>
          <a:xfrm xmlns:a="http://schemas.openxmlformats.org/drawingml/2006/main">
            <a:off x="3543300" y="1009650"/>
            <a:ext cx="838200" cy="9525"/>
          </a:xfrm>
          <a:prstGeom xmlns:a="http://schemas.openxmlformats.org/drawingml/2006/main" prst="rect">
            <a:avLst/>
          </a:prstGeom>
          <a:solidFill xmlns:a="http://schemas.openxmlformats.org/drawingml/2006/main">
            <a:srgbClr val="6FCFAD">
              <a:alpha val="40000"/>
            </a:srgbClr>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82DE906E-5F8D-4E1C-9384-4276E0927C50}"/>
              </a:ext>
            </a:extLst>
          </p:cNvPr>
          <p:cNvSpPr>
            <a:spLocks xmlns:a="http://schemas.openxmlformats.org/drawingml/2006/main" noGrp="1"/>
          </p:cNvSpPr>
          <p:nvPr/>
        </p:nvSpPr>
        <p:spPr>
          <a:xfrm xmlns:a="http://schemas.openxmlformats.org/drawingml/2006/main">
            <a:off x="4972050" y="1123950"/>
            <a:ext cx="838200" cy="9525"/>
          </a:xfrm>
          <a:prstGeom xmlns:a="http://schemas.openxmlformats.org/drawingml/2006/main" prst="rect">
            <a:avLst/>
          </a:prstGeom>
          <a:solidFill xmlns:a="http://schemas.openxmlformats.org/drawingml/2006/main">
            <a:srgbClr val="6FCFAD">
              <a:alpha val="40000"/>
            </a:srgbClr>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EB0CDD60-5B3F-42D0-A500-9F00394F0690}"/>
              </a:ext>
            </a:extLst>
          </p:cNvPr>
          <p:cNvSpPr>
            <a:spLocks xmlns:a="http://schemas.openxmlformats.org/drawingml/2006/main" noGrp="1"/>
          </p:cNvSpPr>
          <p:nvPr/>
        </p:nvSpPr>
        <p:spPr>
          <a:xfrm xmlns:a="http://schemas.openxmlformats.org/drawingml/2006/main">
            <a:off x="6400800" y="1238250"/>
            <a:ext cx="838200" cy="9525"/>
          </a:xfrm>
          <a:prstGeom xmlns:a="http://schemas.openxmlformats.org/drawingml/2006/main" prst="rect">
            <a:avLst/>
          </a:prstGeom>
          <a:solidFill xmlns:a="http://schemas.openxmlformats.org/drawingml/2006/main">
            <a:srgbClr val="6FCFAD">
              <a:alpha val="40000"/>
            </a:srgbClr>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B165011B-EC60-4781-9355-7BB24FC4A32F}"/>
              </a:ext>
            </a:extLst>
          </p:cNvPr>
          <p:cNvSpPr>
            <a:spLocks xmlns:a="http://schemas.openxmlformats.org/drawingml/2006/main" noGrp="1"/>
          </p:cNvSpPr>
          <p:nvPr/>
        </p:nvSpPr>
        <p:spPr>
          <a:xfrm xmlns:a="http://schemas.openxmlformats.org/drawingml/2006/main">
            <a:off x="7829550" y="1352550"/>
            <a:ext cx="838200" cy="9525"/>
          </a:xfrm>
          <a:prstGeom xmlns:a="http://schemas.openxmlformats.org/drawingml/2006/main" prst="rect">
            <a:avLst/>
          </a:prstGeom>
          <a:solidFill xmlns:a="http://schemas.openxmlformats.org/drawingml/2006/main">
            <a:srgbClr val="6FCFAD">
              <a:alpha val="40000"/>
            </a:srgbClr>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03B05844-E7FA-47F9-A50D-DC3F0DBD51A7}"/>
              </a:ext>
            </a:extLst>
          </p:cNvPr>
          <p:cNvSpPr>
            <a:spLocks xmlns:a="http://schemas.openxmlformats.org/drawingml/2006/main" noGrp="1"/>
          </p:cNvSpPr>
          <p:nvPr/>
        </p:nvSpPr>
        <p:spPr>
          <a:xfrm xmlns:a="http://schemas.openxmlformats.org/drawingml/2006/main">
            <a:off x="9258300" y="1466850"/>
            <a:ext cx="838200" cy="9525"/>
          </a:xfrm>
          <a:prstGeom xmlns:a="http://schemas.openxmlformats.org/drawingml/2006/main" prst="rect">
            <a:avLst/>
          </a:prstGeom>
          <a:solidFill xmlns:a="http://schemas.openxmlformats.org/drawingml/2006/main">
            <a:srgbClr val="6FCFAD">
              <a:alpha val="40000"/>
            </a:srgbClr>
          </a:solidFill>
          <a:ln xmlns:a="http://schemas.openxmlformats.org/drawingml/2006/main" w="0">
            <a:solidFill>
              <a:srgbClr val="000000">
                <a:alpha val="0"/>
              </a:srgbClr>
            </a:solidFill>
            <a:prstDash val="solid"/>
          </a:ln>
        </p:spPr>
      </p:sp>
      <p:sp>
        <p:nvSpPr>
          <p:cNvPr id="12" name="kicker-8-marker">
            <a:extLst xmlns:a="http://schemas.openxmlformats.org/drawingml/2006/main">
              <a:ext uri="{FF2B5EF4-FFF2-40B4-BE49-F238E27FC236}">
                <a16:creationId xmlns:a16="http://schemas.microsoft.com/office/drawing/2014/main" id="{19CE7C67-8FE2-4A96-A3A5-215C33DFF940}"/>
              </a:ext>
            </a:extLst>
          </p:cNvPr>
          <p:cNvSpPr>
            <a:spLocks xmlns:a="http://schemas.openxmlformats.org/drawingml/2006/main" noGrp="1"/>
          </p:cNvSpPr>
          <p:nvPr/>
        </p:nvSpPr>
        <p:spPr>
          <a:xfrm xmlns:a="http://schemas.openxmlformats.org/drawingml/2006/main">
            <a:off x="590550" y="514350"/>
            <a:ext cx="85725" cy="85725"/>
          </a:xfrm>
          <a:prstGeom xmlns:a="http://schemas.openxmlformats.org/drawingml/2006/main" prst="rect">
            <a:avLst/>
          </a:prstGeom>
          <a:solidFill xmlns:a="http://schemas.openxmlformats.org/drawingml/2006/main">
            <a:srgbClr val="059669"/>
          </a:solidFill>
          <a:ln xmlns:a="http://schemas.openxmlformats.org/drawingml/2006/main" w="0">
            <a:solidFill>
              <a:srgbClr val="000000">
                <a:alpha val="0"/>
              </a:srgbClr>
            </a:solidFill>
            <a:prstDash val="solid"/>
          </a:ln>
        </p:spPr>
      </p:sp>
      <p:sp>
        <p:nvSpPr>
          <p:cNvPr id="13" name="kicker-8-label">
            <a:extLst xmlns:a="http://schemas.openxmlformats.org/drawingml/2006/main">
              <a:ext uri="{FF2B5EF4-FFF2-40B4-BE49-F238E27FC236}">
                <a16:creationId xmlns:a16="http://schemas.microsoft.com/office/drawing/2014/main" id="{703B29A9-54AB-437D-B9AB-0EFE02DDA16F}"/>
              </a:ext>
            </a:extLst>
          </p:cNvPr>
          <p:cNvSpPr>
            <a:spLocks xmlns:a="http://schemas.openxmlformats.org/drawingml/2006/main" noGrp="1"/>
          </p:cNvSpPr>
          <p:nvPr/>
        </p:nvSpPr>
        <p:spPr>
          <a:xfrm xmlns:a="http://schemas.openxmlformats.org/drawingml/2006/main">
            <a:off x="781050" y="457200"/>
            <a:ext cx="4000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88" b="1">
                <a:solidFill>
                  <a:srgbClr val="0F766E"/>
                </a:solidFill>
                <a:latin typeface="Segoe UI"/>
                <a:ea typeface="Segoe UI"/>
                <a:cs typeface="Segoe UI"/>
              </a:defRPr>
            </a:pPr>
            <a:r>
              <a:rPr sz="788" b="1">
                <a:solidFill>
                  <a:srgbClr val="0F766E"/>
                </a:solidFill>
                <a:latin typeface="Segoe UI"/>
                <a:ea typeface="Segoe UI"/>
                <a:cs typeface="Segoe UI"/>
              </a:rPr>
              <a:t>VẤN ĐỀ KỸ THUẬT ĐÃ BIẾT</a:t>
            </a:r>
          </a:p>
        </p:txBody>
      </p:sp>
      <p:sp>
        <p:nvSpPr>
          <p:cNvPr id="14" name="">
            <a:extLst xmlns:a="http://schemas.openxmlformats.org/drawingml/2006/main">
              <a:ext uri="{FF2B5EF4-FFF2-40B4-BE49-F238E27FC236}">
                <a16:creationId xmlns:a16="http://schemas.microsoft.com/office/drawing/2014/main" id="{338368D2-FE4B-49D8-8DD3-83088EDF82F8}"/>
              </a:ext>
            </a:extLst>
          </p:cNvPr>
          <p:cNvSpPr>
            <a:spLocks xmlns:a="http://schemas.openxmlformats.org/drawingml/2006/main" noGrp="1"/>
          </p:cNvSpPr>
          <p:nvPr/>
        </p:nvSpPr>
        <p:spPr>
          <a:xfrm xmlns:a="http://schemas.openxmlformats.org/drawingml/2006/main">
            <a:off x="590550" y="819150"/>
            <a:ext cx="771525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625" b="1">
                <a:solidFill>
                  <a:srgbClr val="0F2F3A"/>
                </a:solidFill>
                <a:latin typeface="Segoe UI"/>
                <a:ea typeface="Segoe UI"/>
                <a:cs typeface="Segoe UI"/>
              </a:defRPr>
            </a:pPr>
            <a:r>
              <a:rPr sz="2625" b="1">
                <a:solidFill>
                  <a:srgbClr val="0F2F3A"/>
                </a:solidFill>
                <a:latin typeface="Segoe UI"/>
                <a:ea typeface="Segoe UI"/>
                <a:cs typeface="Segoe UI"/>
              </a:rPr>
              <a:t>Trọng tâm bảo trì là nối lại bulk_import và cảnh báo tác động khi đổi mật khẩu DB.</a:t>
            </a:r>
          </a:p>
        </p:txBody>
      </p:sp>
      <p:sp>
        <p:nvSpPr>
          <p:cNvPr id="15" name="">
            <a:extLst xmlns:a="http://schemas.openxmlformats.org/drawingml/2006/main">
              <a:ext uri="{FF2B5EF4-FFF2-40B4-BE49-F238E27FC236}">
                <a16:creationId xmlns:a16="http://schemas.microsoft.com/office/drawing/2014/main" id="{F0FC2B66-2D1F-4572-8AD0-051846F30252}"/>
              </a:ext>
            </a:extLst>
          </p:cNvPr>
          <p:cNvSpPr>
            <a:spLocks xmlns:a="http://schemas.openxmlformats.org/drawingml/2006/main" noGrp="1"/>
          </p:cNvSpPr>
          <p:nvPr/>
        </p:nvSpPr>
        <p:spPr>
          <a:xfrm xmlns:a="http://schemas.openxmlformats.org/drawingml/2006/main">
            <a:off x="800100" y="1981200"/>
            <a:ext cx="857250" cy="361950"/>
          </a:xfrm>
          <a:prstGeom xmlns:a="http://schemas.openxmlformats.org/drawingml/2006/main" prst="rect">
            <a:avLst/>
          </a:prstGeom>
          <a:solidFill xmlns:a="http://schemas.openxmlformats.org/drawingml/2006/main">
            <a:srgbClr val="073B4C"/>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3E4DC443-2648-4391-897B-90DE3B3A8E70}"/>
              </a:ext>
            </a:extLst>
          </p:cNvPr>
          <p:cNvSpPr>
            <a:spLocks xmlns:a="http://schemas.openxmlformats.org/drawingml/2006/main" noGrp="1"/>
          </p:cNvSpPr>
          <p:nvPr/>
        </p:nvSpPr>
        <p:spPr>
          <a:xfrm xmlns:a="http://schemas.openxmlformats.org/drawingml/2006/main">
            <a:off x="933450" y="2085975"/>
            <a:ext cx="5905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DDF7EC"/>
                </a:solidFill>
                <a:latin typeface="Segoe UI"/>
                <a:ea typeface="Segoe UI"/>
                <a:cs typeface="Segoe UI"/>
              </a:defRPr>
            </a:pPr>
            <a:r>
              <a:rPr sz="788" b="1">
                <a:solidFill>
                  <a:srgbClr val="DDF7EC"/>
                </a:solidFill>
                <a:latin typeface="Segoe UI"/>
                <a:ea typeface="Segoe UI"/>
                <a:cs typeface="Segoe UI"/>
              </a:rPr>
              <a:t>Mã</a:t>
            </a:r>
          </a:p>
        </p:txBody>
      </p:sp>
      <p:sp>
        <p:nvSpPr>
          <p:cNvPr id="17" name="">
            <a:extLst xmlns:a="http://schemas.openxmlformats.org/drawingml/2006/main">
              <a:ext uri="{FF2B5EF4-FFF2-40B4-BE49-F238E27FC236}">
                <a16:creationId xmlns:a16="http://schemas.microsoft.com/office/drawing/2014/main" id="{5FA2F954-9B1F-40DF-9B4C-28045ABBD03C}"/>
              </a:ext>
            </a:extLst>
          </p:cNvPr>
          <p:cNvSpPr>
            <a:spLocks xmlns:a="http://schemas.openxmlformats.org/drawingml/2006/main" noGrp="1"/>
          </p:cNvSpPr>
          <p:nvPr/>
        </p:nvSpPr>
        <p:spPr>
          <a:xfrm xmlns:a="http://schemas.openxmlformats.org/drawingml/2006/main">
            <a:off x="1657350" y="1981200"/>
            <a:ext cx="2000250" cy="361950"/>
          </a:xfrm>
          <a:prstGeom xmlns:a="http://schemas.openxmlformats.org/drawingml/2006/main" prst="rect">
            <a:avLst/>
          </a:prstGeom>
          <a:solidFill xmlns:a="http://schemas.openxmlformats.org/drawingml/2006/main">
            <a:srgbClr val="073B4C"/>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D7908626-E5B5-469A-A341-69EB403C010F}"/>
              </a:ext>
            </a:extLst>
          </p:cNvPr>
          <p:cNvSpPr>
            <a:spLocks xmlns:a="http://schemas.openxmlformats.org/drawingml/2006/main" noGrp="1"/>
          </p:cNvSpPr>
          <p:nvPr/>
        </p:nvSpPr>
        <p:spPr>
          <a:xfrm xmlns:a="http://schemas.openxmlformats.org/drawingml/2006/main">
            <a:off x="1790700" y="2085975"/>
            <a:ext cx="17335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DDF7EC"/>
                </a:solidFill>
                <a:latin typeface="Segoe UI"/>
                <a:ea typeface="Segoe UI"/>
                <a:cs typeface="Segoe UI"/>
              </a:defRPr>
            </a:pPr>
            <a:r>
              <a:rPr sz="788" b="1">
                <a:solidFill>
                  <a:srgbClr val="DDF7EC"/>
                </a:solidFill>
                <a:latin typeface="Segoe UI"/>
                <a:ea typeface="Segoe UI"/>
                <a:cs typeface="Segoe UI"/>
              </a:rPr>
              <a:t>Thực trạng</a:t>
            </a:r>
          </a:p>
        </p:txBody>
      </p:sp>
      <p:sp>
        <p:nvSpPr>
          <p:cNvPr id="19" name="">
            <a:extLst xmlns:a="http://schemas.openxmlformats.org/drawingml/2006/main">
              <a:ext uri="{FF2B5EF4-FFF2-40B4-BE49-F238E27FC236}">
                <a16:creationId xmlns:a16="http://schemas.microsoft.com/office/drawing/2014/main" id="{8E3541E3-B958-4CC9-8204-BFD7C05BE959}"/>
              </a:ext>
            </a:extLst>
          </p:cNvPr>
          <p:cNvSpPr>
            <a:spLocks xmlns:a="http://schemas.openxmlformats.org/drawingml/2006/main" noGrp="1"/>
          </p:cNvSpPr>
          <p:nvPr/>
        </p:nvSpPr>
        <p:spPr>
          <a:xfrm xmlns:a="http://schemas.openxmlformats.org/drawingml/2006/main">
            <a:off x="3657600" y="1981200"/>
            <a:ext cx="2571750" cy="361950"/>
          </a:xfrm>
          <a:prstGeom xmlns:a="http://schemas.openxmlformats.org/drawingml/2006/main" prst="rect">
            <a:avLst/>
          </a:prstGeom>
          <a:solidFill xmlns:a="http://schemas.openxmlformats.org/drawingml/2006/main">
            <a:srgbClr val="073B4C"/>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CEEBF501-5B1A-4C6C-A4B9-166ADCEEDFF5}"/>
              </a:ext>
            </a:extLst>
          </p:cNvPr>
          <p:cNvSpPr>
            <a:spLocks xmlns:a="http://schemas.openxmlformats.org/drawingml/2006/main" noGrp="1"/>
          </p:cNvSpPr>
          <p:nvPr/>
        </p:nvSpPr>
        <p:spPr>
          <a:xfrm xmlns:a="http://schemas.openxmlformats.org/drawingml/2006/main">
            <a:off x="3790950" y="2085975"/>
            <a:ext cx="23050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DDF7EC"/>
                </a:solidFill>
                <a:latin typeface="Segoe UI"/>
                <a:ea typeface="Segoe UI"/>
                <a:cs typeface="Segoe UI"/>
              </a:defRPr>
            </a:pPr>
            <a:r>
              <a:rPr sz="788" b="1">
                <a:solidFill>
                  <a:srgbClr val="DDF7EC"/>
                </a:solidFill>
                <a:latin typeface="Segoe UI"/>
                <a:ea typeface="Segoe UI"/>
                <a:cs typeface="Segoe UI"/>
              </a:rPr>
              <a:t>Tác động</a:t>
            </a:r>
          </a:p>
        </p:txBody>
      </p:sp>
      <p:sp>
        <p:nvSpPr>
          <p:cNvPr id="21" name="">
            <a:extLst xmlns:a="http://schemas.openxmlformats.org/drawingml/2006/main">
              <a:ext uri="{FF2B5EF4-FFF2-40B4-BE49-F238E27FC236}">
                <a16:creationId xmlns:a16="http://schemas.microsoft.com/office/drawing/2014/main" id="{8963D20A-9E86-4EF0-A364-EBD9C7F9B3C0}"/>
              </a:ext>
            </a:extLst>
          </p:cNvPr>
          <p:cNvSpPr>
            <a:spLocks xmlns:a="http://schemas.openxmlformats.org/drawingml/2006/main" noGrp="1"/>
          </p:cNvSpPr>
          <p:nvPr/>
        </p:nvSpPr>
        <p:spPr>
          <a:xfrm xmlns:a="http://schemas.openxmlformats.org/drawingml/2006/main">
            <a:off x="6229350" y="1981200"/>
            <a:ext cx="4305300" cy="361950"/>
          </a:xfrm>
          <a:prstGeom xmlns:a="http://schemas.openxmlformats.org/drawingml/2006/main" prst="rect">
            <a:avLst/>
          </a:prstGeom>
          <a:solidFill xmlns:a="http://schemas.openxmlformats.org/drawingml/2006/main">
            <a:srgbClr val="073B4C"/>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EF83DDF8-62FE-4015-8995-693E5498B5D8}"/>
              </a:ext>
            </a:extLst>
          </p:cNvPr>
          <p:cNvSpPr>
            <a:spLocks xmlns:a="http://schemas.openxmlformats.org/drawingml/2006/main" noGrp="1"/>
          </p:cNvSpPr>
          <p:nvPr/>
        </p:nvSpPr>
        <p:spPr>
          <a:xfrm xmlns:a="http://schemas.openxmlformats.org/drawingml/2006/main">
            <a:off x="6362700" y="2085975"/>
            <a:ext cx="40386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DDF7EC"/>
                </a:solidFill>
                <a:latin typeface="Segoe UI"/>
                <a:ea typeface="Segoe UI"/>
                <a:cs typeface="Segoe UI"/>
              </a:defRPr>
            </a:pPr>
            <a:r>
              <a:rPr sz="788" b="1">
                <a:solidFill>
                  <a:srgbClr val="DDF7EC"/>
                </a:solidFill>
                <a:latin typeface="Segoe UI"/>
                <a:ea typeface="Segoe UI"/>
                <a:cs typeface="Segoe UI"/>
              </a:rPr>
              <a:t>Hướng xử lý</a:t>
            </a:r>
          </a:p>
        </p:txBody>
      </p:sp>
      <p:sp>
        <p:nvSpPr>
          <p:cNvPr id="23" name="">
            <a:extLst xmlns:a="http://schemas.openxmlformats.org/drawingml/2006/main">
              <a:ext uri="{FF2B5EF4-FFF2-40B4-BE49-F238E27FC236}">
                <a16:creationId xmlns:a16="http://schemas.microsoft.com/office/drawing/2014/main" id="{19BBDC49-E13F-4F49-A917-8BB6FCEA7981}"/>
              </a:ext>
            </a:extLst>
          </p:cNvPr>
          <p:cNvSpPr>
            <a:spLocks xmlns:a="http://schemas.openxmlformats.org/drawingml/2006/main" noGrp="1"/>
          </p:cNvSpPr>
          <p:nvPr/>
        </p:nvSpPr>
        <p:spPr>
          <a:xfrm xmlns:a="http://schemas.openxmlformats.org/drawingml/2006/main">
            <a:off x="876300" y="2438400"/>
            <a:ext cx="9734550" cy="1066800"/>
          </a:xfrm>
          <a:prstGeom xmlns:a="http://schemas.openxmlformats.org/drawingml/2006/main" prst="rect">
            <a:avLst/>
          </a:prstGeom>
          <a:solidFill xmlns:a="http://schemas.openxmlformats.org/drawingml/2006/main">
            <a:srgbClr val="0F766E">
              <a:alpha val="12549"/>
            </a:srgbClr>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CD219B04-7D85-46B8-86C8-FBB5428B3DE3}"/>
              </a:ext>
            </a:extLst>
          </p:cNvPr>
          <p:cNvSpPr>
            <a:spLocks xmlns:a="http://schemas.openxmlformats.org/drawingml/2006/main" noGrp="1"/>
          </p:cNvSpPr>
          <p:nvPr/>
        </p:nvSpPr>
        <p:spPr>
          <a:xfrm xmlns:a="http://schemas.openxmlformats.org/drawingml/2006/main">
            <a:off x="800100" y="2343150"/>
            <a:ext cx="9734550" cy="1066800"/>
          </a:xfrm>
          <a:prstGeom xmlns:a="http://schemas.openxmlformats.org/drawingml/2006/main" prst="rect">
            <a:avLst/>
          </a:prstGeom>
          <a:solidFill xmlns:a="http://schemas.openxmlformats.org/drawingml/2006/main">
            <a:srgbClr val="FFFFFF">
              <a:alpha val="90980"/>
            </a:srgbClr>
          </a:solidFill>
          <a:ln xmlns:a="http://schemas.openxmlformats.org/drawingml/2006/main" w="9525">
            <a:solidFill>
              <a:srgbClr val="FFFFFF"/>
            </a:solidFill>
            <a:prstDash val="solid"/>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06255e7b946e43d3">
            <a:extLst>
              <a:ext uri="{96DAC541-7B7A-43D3-8B79-37D633B846F1}">
                <asvg:svgBlip xmlns:asvg="http://schemas.microsoft.com/office/drawing/2016/SVG/main" r:embed="Re8ba215f595f4c2a"/>
              </a:ext>
            </a:extLst>
          </a:blip>
          <a:stretch xmlns:a="http://schemas.openxmlformats.org/drawingml/2006/main"/>
        </p:blipFill>
        <p:spPr>
          <a:xfrm xmlns:a="http://schemas.openxmlformats.org/drawingml/2006/main">
            <a:off x="1047750" y="2724150"/>
            <a:ext cx="266700" cy="266700"/>
          </a:xfrm>
          <a:prstGeom xmlns:a="http://schemas.openxmlformats.org/drawingml/2006/main" prst="rect">
            <a:avLst/>
          </a:prstGeom>
        </p:spPr>
      </p:pic>
      <p:sp>
        <p:nvSpPr>
          <p:cNvPr id="26" name="">
            <a:extLst xmlns:a="http://schemas.openxmlformats.org/drawingml/2006/main">
              <a:ext uri="{FF2B5EF4-FFF2-40B4-BE49-F238E27FC236}">
                <a16:creationId xmlns:a16="http://schemas.microsoft.com/office/drawing/2014/main" id="{7F477408-C166-4BF2-8992-68131872D935}"/>
              </a:ext>
            </a:extLst>
          </p:cNvPr>
          <p:cNvSpPr>
            <a:spLocks xmlns:a="http://schemas.openxmlformats.org/drawingml/2006/main" noGrp="1"/>
          </p:cNvSpPr>
          <p:nvPr/>
        </p:nvSpPr>
        <p:spPr>
          <a:xfrm xmlns:a="http://schemas.openxmlformats.org/drawingml/2006/main">
            <a:off x="1466850" y="2743200"/>
            <a:ext cx="5905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BE123C"/>
                </a:solidFill>
                <a:latin typeface="Segoe UI"/>
                <a:ea typeface="Segoe UI"/>
                <a:cs typeface="Segoe UI"/>
              </a:defRPr>
            </a:pPr>
            <a:r>
              <a:rPr sz="1125" b="1">
                <a:solidFill>
                  <a:srgbClr val="BE123C"/>
                </a:solidFill>
                <a:latin typeface="Segoe UI"/>
                <a:ea typeface="Segoe UI"/>
                <a:cs typeface="Segoe UI"/>
              </a:rPr>
              <a:t>KI-01</a:t>
            </a:r>
          </a:p>
        </p:txBody>
      </p:sp>
      <p:sp>
        <p:nvSpPr>
          <p:cNvPr id="27" name="">
            <a:extLst xmlns:a="http://schemas.openxmlformats.org/drawingml/2006/main">
              <a:ext uri="{FF2B5EF4-FFF2-40B4-BE49-F238E27FC236}">
                <a16:creationId xmlns:a16="http://schemas.microsoft.com/office/drawing/2014/main" id="{5A296CEC-99A3-4B3A-9657-DABC3A05CDC5}"/>
              </a:ext>
            </a:extLst>
          </p:cNvPr>
          <p:cNvSpPr>
            <a:spLocks xmlns:a="http://schemas.openxmlformats.org/drawingml/2006/main" noGrp="1"/>
          </p:cNvSpPr>
          <p:nvPr/>
        </p:nvSpPr>
        <p:spPr>
          <a:xfrm xmlns:a="http://schemas.openxmlformats.org/drawingml/2006/main">
            <a:off x="2819400" y="2571750"/>
            <a:ext cx="18288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0F2F3A"/>
                </a:solidFill>
                <a:latin typeface="Segoe UI"/>
                <a:ea typeface="Segoe UI"/>
                <a:cs typeface="Segoe UI"/>
              </a:defRPr>
            </a:pPr>
            <a:r>
              <a:rPr sz="1163" b="1">
                <a:solidFill>
                  <a:srgbClr val="0F2F3A"/>
                </a:solidFill>
                <a:latin typeface="Segoe UI"/>
                <a:ea typeface="Segoe UI"/>
                <a:cs typeface="Segoe UI"/>
              </a:rPr>
              <a:t>bulk_import bị ngắt khỏi hệ thống</a:t>
            </a:r>
          </a:p>
        </p:txBody>
      </p:sp>
      <p:sp>
        <p:nvSpPr>
          <p:cNvPr id="28" name="">
            <a:extLst xmlns:a="http://schemas.openxmlformats.org/drawingml/2006/main">
              <a:ext uri="{FF2B5EF4-FFF2-40B4-BE49-F238E27FC236}">
                <a16:creationId xmlns:a16="http://schemas.microsoft.com/office/drawing/2014/main" id="{A7C6E71C-3F55-4C3E-9540-1A393A90C099}"/>
              </a:ext>
            </a:extLst>
          </p:cNvPr>
          <p:cNvSpPr>
            <a:spLocks xmlns:a="http://schemas.openxmlformats.org/drawingml/2006/main" noGrp="1"/>
          </p:cNvSpPr>
          <p:nvPr/>
        </p:nvSpPr>
        <p:spPr>
          <a:xfrm xmlns:a="http://schemas.openxmlformats.org/drawingml/2006/main">
            <a:off x="4857750" y="2571750"/>
            <a:ext cx="21526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48" b="0">
                <a:solidFill>
                  <a:srgbClr val="5B6B73"/>
                </a:solidFill>
                <a:latin typeface="Segoe UI"/>
                <a:ea typeface="Segoe UI"/>
                <a:cs typeface="Segoe UI"/>
              </a:defRPr>
            </a:pPr>
            <a:r>
              <a:rPr sz="848" b="0">
                <a:solidFill>
                  <a:srgbClr val="5B6B73"/>
                </a:solidFill>
                <a:latin typeface="Segoe UI"/>
                <a:ea typeface="Segoe UI"/>
                <a:cs typeface="Segoe UI"/>
              </a:rPr>
              <a:t>Import Excel hiện chỉ ở mức tối giản; module đa sheet chưa được gọi.</a:t>
            </a:r>
          </a:p>
        </p:txBody>
      </p:sp>
      <p:sp>
        <p:nvSpPr>
          <p:cNvPr id="29" name="">
            <a:extLst xmlns:a="http://schemas.openxmlformats.org/drawingml/2006/main">
              <a:ext uri="{FF2B5EF4-FFF2-40B4-BE49-F238E27FC236}">
                <a16:creationId xmlns:a16="http://schemas.microsoft.com/office/drawing/2014/main" id="{D946E427-428C-4DFD-A5AC-85759775467F}"/>
              </a:ext>
            </a:extLst>
          </p:cNvPr>
          <p:cNvSpPr>
            <a:spLocks xmlns:a="http://schemas.openxmlformats.org/drawingml/2006/main" noGrp="1"/>
          </p:cNvSpPr>
          <p:nvPr/>
        </p:nvSpPr>
        <p:spPr>
          <a:xfrm xmlns:a="http://schemas.openxmlformats.org/drawingml/2006/main">
            <a:off x="7448550" y="2571750"/>
            <a:ext cx="27241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48" b="0">
                <a:solidFill>
                  <a:srgbClr val="5B6B73"/>
                </a:solidFill>
                <a:latin typeface="Segoe UI"/>
                <a:ea typeface="Segoe UI"/>
                <a:cs typeface="Segoe UI"/>
              </a:defRPr>
            </a:pPr>
            <a:r>
              <a:rPr sz="848" b="0">
                <a:solidFill>
                  <a:srgbClr val="5B6B73"/>
                </a:solidFill>
                <a:latin typeface="Segoe UI"/>
                <a:ea typeface="Segoe UI"/>
                <a:cs typeface="Segoe UI"/>
              </a:rPr>
              <a:t>Flatten folder, thêm __init__.py, đổi import sang SQLAlchemy Session, commit theo chunk 50 dòng.</a:t>
            </a:r>
          </a:p>
        </p:txBody>
      </p:sp>
      <p:sp>
        <p:nvSpPr>
          <p:cNvPr id="30" name="">
            <a:extLst xmlns:a="http://schemas.openxmlformats.org/drawingml/2006/main">
              <a:ext uri="{FF2B5EF4-FFF2-40B4-BE49-F238E27FC236}">
                <a16:creationId xmlns:a16="http://schemas.microsoft.com/office/drawing/2014/main" id="{D9C1D873-C577-457B-9E3B-D10EB51DC0B3}"/>
              </a:ext>
            </a:extLst>
          </p:cNvPr>
          <p:cNvSpPr>
            <a:spLocks xmlns:a="http://schemas.openxmlformats.org/drawingml/2006/main" noGrp="1"/>
          </p:cNvSpPr>
          <p:nvPr/>
        </p:nvSpPr>
        <p:spPr>
          <a:xfrm xmlns:a="http://schemas.openxmlformats.org/drawingml/2006/main">
            <a:off x="876300" y="3752850"/>
            <a:ext cx="9734550" cy="1066800"/>
          </a:xfrm>
          <a:prstGeom xmlns:a="http://schemas.openxmlformats.org/drawingml/2006/main" prst="rect">
            <a:avLst/>
          </a:prstGeom>
          <a:solidFill xmlns:a="http://schemas.openxmlformats.org/drawingml/2006/main">
            <a:srgbClr val="0F766E">
              <a:alpha val="12549"/>
            </a:srgbClr>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F6D30456-5204-4666-97E4-3DC09C0D223C}"/>
              </a:ext>
            </a:extLst>
          </p:cNvPr>
          <p:cNvSpPr>
            <a:spLocks xmlns:a="http://schemas.openxmlformats.org/drawingml/2006/main" noGrp="1"/>
          </p:cNvSpPr>
          <p:nvPr/>
        </p:nvSpPr>
        <p:spPr>
          <a:xfrm xmlns:a="http://schemas.openxmlformats.org/drawingml/2006/main">
            <a:off x="800100" y="3657600"/>
            <a:ext cx="9734550" cy="1066800"/>
          </a:xfrm>
          <a:prstGeom xmlns:a="http://schemas.openxmlformats.org/drawingml/2006/main" prst="rect">
            <a:avLst/>
          </a:prstGeom>
          <a:solidFill xmlns:a="http://schemas.openxmlformats.org/drawingml/2006/main">
            <a:srgbClr val="FFFFFF">
              <a:alpha val="90980"/>
            </a:srgbClr>
          </a:solidFill>
          <a:ln xmlns:a="http://schemas.openxmlformats.org/drawingml/2006/main" w="9525">
            <a:solidFill>
              <a:srgbClr val="FFFFFF"/>
            </a:solidFill>
            <a:prstDash val="solid"/>
          </a:ln>
        </p:spPr>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24149e9f862d4cab">
            <a:extLst>
              <a:ext uri="{96DAC541-7B7A-43D3-8B79-37D633B846F1}">
                <asvg:svgBlip xmlns:asvg="http://schemas.microsoft.com/office/drawing/2016/SVG/main" r:embed="Rf5ad4134d286436d"/>
              </a:ext>
            </a:extLst>
          </a:blip>
          <a:stretch xmlns:a="http://schemas.openxmlformats.org/drawingml/2006/main"/>
        </p:blipFill>
        <p:spPr>
          <a:xfrm xmlns:a="http://schemas.openxmlformats.org/drawingml/2006/main">
            <a:off x="1047750" y="4038600"/>
            <a:ext cx="266700" cy="266700"/>
          </a:xfrm>
          <a:prstGeom xmlns:a="http://schemas.openxmlformats.org/drawingml/2006/main" prst="rect">
            <a:avLst/>
          </a:prstGeom>
        </p:spPr>
      </p:pic>
      <p:sp>
        <p:nvSpPr>
          <p:cNvPr id="33" name="">
            <a:extLst xmlns:a="http://schemas.openxmlformats.org/drawingml/2006/main">
              <a:ext uri="{FF2B5EF4-FFF2-40B4-BE49-F238E27FC236}">
                <a16:creationId xmlns:a16="http://schemas.microsoft.com/office/drawing/2014/main" id="{A0A9A680-3057-42B9-BD95-97B84EDEFC01}"/>
              </a:ext>
            </a:extLst>
          </p:cNvPr>
          <p:cNvSpPr>
            <a:spLocks xmlns:a="http://schemas.openxmlformats.org/drawingml/2006/main" noGrp="1"/>
          </p:cNvSpPr>
          <p:nvPr/>
        </p:nvSpPr>
        <p:spPr>
          <a:xfrm xmlns:a="http://schemas.openxmlformats.org/drawingml/2006/main">
            <a:off x="1466850" y="4057650"/>
            <a:ext cx="5905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D97706"/>
                </a:solidFill>
                <a:latin typeface="Segoe UI"/>
                <a:ea typeface="Segoe UI"/>
                <a:cs typeface="Segoe UI"/>
              </a:defRPr>
            </a:pPr>
            <a:r>
              <a:rPr sz="1125" b="1">
                <a:solidFill>
                  <a:srgbClr val="D97706"/>
                </a:solidFill>
                <a:latin typeface="Segoe UI"/>
                <a:ea typeface="Segoe UI"/>
                <a:cs typeface="Segoe UI"/>
              </a:rPr>
              <a:t>KI-02</a:t>
            </a:r>
          </a:p>
        </p:txBody>
      </p:sp>
      <p:sp>
        <p:nvSpPr>
          <p:cNvPr id="34" name="">
            <a:extLst xmlns:a="http://schemas.openxmlformats.org/drawingml/2006/main">
              <a:ext uri="{FF2B5EF4-FFF2-40B4-BE49-F238E27FC236}">
                <a16:creationId xmlns:a16="http://schemas.microsoft.com/office/drawing/2014/main" id="{7D26FF30-F5AF-4469-BCD4-B65457476B88}"/>
              </a:ext>
            </a:extLst>
          </p:cNvPr>
          <p:cNvSpPr>
            <a:spLocks xmlns:a="http://schemas.openxmlformats.org/drawingml/2006/main" noGrp="1"/>
          </p:cNvSpPr>
          <p:nvPr/>
        </p:nvSpPr>
        <p:spPr>
          <a:xfrm xmlns:a="http://schemas.openxmlformats.org/drawingml/2006/main">
            <a:off x="2819400" y="3886200"/>
            <a:ext cx="18288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0F2F3A"/>
                </a:solidFill>
                <a:latin typeface="Segoe UI"/>
                <a:ea typeface="Segoe UI"/>
                <a:cs typeface="Segoe UI"/>
              </a:defRPr>
            </a:pPr>
            <a:r>
              <a:rPr sz="1163" b="1">
                <a:solidFill>
                  <a:srgbClr val="0F2F3A"/>
                </a:solidFill>
                <a:latin typeface="Segoe UI"/>
                <a:ea typeface="Segoe UI"/>
                <a:cs typeface="Segoe UI"/>
              </a:rPr>
              <a:t>Đổi mật khẩu DB làm mất hiệu lực session</a:t>
            </a:r>
          </a:p>
        </p:txBody>
      </p:sp>
      <p:sp>
        <p:nvSpPr>
          <p:cNvPr id="35" name="">
            <a:extLst xmlns:a="http://schemas.openxmlformats.org/drawingml/2006/main">
              <a:ext uri="{FF2B5EF4-FFF2-40B4-BE49-F238E27FC236}">
                <a16:creationId xmlns:a16="http://schemas.microsoft.com/office/drawing/2014/main" id="{89BBC034-6820-415F-9590-8BBDCBE3493D}"/>
              </a:ext>
            </a:extLst>
          </p:cNvPr>
          <p:cNvSpPr>
            <a:spLocks xmlns:a="http://schemas.openxmlformats.org/drawingml/2006/main" noGrp="1"/>
          </p:cNvSpPr>
          <p:nvPr/>
        </p:nvSpPr>
        <p:spPr>
          <a:xfrm xmlns:a="http://schemas.openxmlformats.org/drawingml/2006/main">
            <a:off x="4857750" y="3886200"/>
            <a:ext cx="21526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48" b="0">
                <a:solidFill>
                  <a:srgbClr val="5B6B73"/>
                </a:solidFill>
                <a:latin typeface="Segoe UI"/>
                <a:ea typeface="Segoe UI"/>
                <a:cs typeface="Segoe UI"/>
              </a:defRPr>
            </a:pPr>
            <a:r>
              <a:rPr sz="848" b="0">
                <a:solidFill>
                  <a:srgbClr val="5B6B73"/>
                </a:solidFill>
                <a:latin typeface="Segoe UI"/>
                <a:ea typeface="Segoe UI"/>
                <a:cs typeface="Segoe UI"/>
              </a:rPr>
              <a:t>SECRET_KEY sinh từ DB_PASSWORD; đổi DB password sẽ đăng xuất toàn bộ cookie cũ.</a:t>
            </a:r>
          </a:p>
        </p:txBody>
      </p:sp>
      <p:sp>
        <p:nvSpPr>
          <p:cNvPr id="36" name="">
            <a:extLst xmlns:a="http://schemas.openxmlformats.org/drawingml/2006/main">
              <a:ext uri="{FF2B5EF4-FFF2-40B4-BE49-F238E27FC236}">
                <a16:creationId xmlns:a16="http://schemas.microsoft.com/office/drawing/2014/main" id="{34D70B7A-70DE-4641-864B-3B1512F90BA3}"/>
              </a:ext>
            </a:extLst>
          </p:cNvPr>
          <p:cNvSpPr>
            <a:spLocks xmlns:a="http://schemas.openxmlformats.org/drawingml/2006/main" noGrp="1"/>
          </p:cNvSpPr>
          <p:nvPr/>
        </p:nvSpPr>
        <p:spPr>
          <a:xfrm xmlns:a="http://schemas.openxmlformats.org/drawingml/2006/main">
            <a:off x="7448550" y="3886200"/>
            <a:ext cx="27241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48" b="0">
                <a:solidFill>
                  <a:srgbClr val="5B6B73"/>
                </a:solidFill>
                <a:latin typeface="Segoe UI"/>
                <a:ea typeface="Segoe UI"/>
                <a:cs typeface="Segoe UI"/>
              </a:defRPr>
            </a:pPr>
            <a:r>
              <a:rPr sz="848" b="0">
                <a:solidFill>
                  <a:srgbClr val="5B6B73"/>
                </a:solidFill>
                <a:latin typeface="Segoe UI"/>
                <a:ea typeface="Segoe UI"/>
                <a:cs typeface="Segoe UI"/>
              </a:rPr>
              <a:t>Thêm cảnh báo rõ trong UI/hướng dẫn vận hành trước khi admin đổi mật khẩu.</a:t>
            </a:r>
          </a:p>
        </p:txBody>
      </p:sp>
      <p:sp>
        <p:nvSpPr>
          <p:cNvPr id="37" name="">
            <a:extLst xmlns:a="http://schemas.openxmlformats.org/drawingml/2006/main">
              <a:ext uri="{FF2B5EF4-FFF2-40B4-BE49-F238E27FC236}">
                <a16:creationId xmlns:a16="http://schemas.microsoft.com/office/drawing/2014/main" id="{50347C07-0F11-46B4-A016-160BB712B8DF}"/>
              </a:ext>
            </a:extLst>
          </p:cNvPr>
          <p:cNvSpPr>
            <a:spLocks xmlns:a="http://schemas.openxmlformats.org/drawingml/2006/main" noGrp="1"/>
          </p:cNvSpPr>
          <p:nvPr/>
        </p:nvSpPr>
        <p:spPr>
          <a:xfrm xmlns:a="http://schemas.openxmlformats.org/drawingml/2006/main">
            <a:off x="1962150" y="5314950"/>
            <a:ext cx="7581900" cy="666750"/>
          </a:xfrm>
          <a:prstGeom xmlns:a="http://schemas.openxmlformats.org/drawingml/2006/main" prst="rect">
            <a:avLst/>
          </a:prstGeom>
          <a:solidFill xmlns:a="http://schemas.openxmlformats.org/drawingml/2006/main">
            <a:srgbClr val="0F766E">
              <a:alpha val="12549"/>
            </a:srgbClr>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672B684F-043A-415A-AEEB-37014A51E3F0}"/>
              </a:ext>
            </a:extLst>
          </p:cNvPr>
          <p:cNvSpPr>
            <a:spLocks xmlns:a="http://schemas.openxmlformats.org/drawingml/2006/main" noGrp="1"/>
          </p:cNvSpPr>
          <p:nvPr/>
        </p:nvSpPr>
        <p:spPr>
          <a:xfrm xmlns:a="http://schemas.openxmlformats.org/drawingml/2006/main">
            <a:off x="1885950" y="5219700"/>
            <a:ext cx="7581900" cy="666750"/>
          </a:xfrm>
          <a:prstGeom xmlns:a="http://schemas.openxmlformats.org/drawingml/2006/main" prst="rect">
            <a:avLst/>
          </a:prstGeom>
          <a:solidFill xmlns:a="http://schemas.openxmlformats.org/drawingml/2006/main">
            <a:srgbClr val="E7FBF1"/>
          </a:solidFill>
          <a:ln xmlns:a="http://schemas.openxmlformats.org/drawingml/2006/main" w="9525">
            <a:solidFill>
              <a:srgbClr val="FFFFFF"/>
            </a:solidFill>
            <a:prstDash val="solid"/>
          </a:ln>
        </p:spPr>
      </p:sp>
      <p:sp>
        <p:nvSpPr>
          <p:cNvPr id="39" name="">
            <a:extLst xmlns:a="http://schemas.openxmlformats.org/drawingml/2006/main">
              <a:ext uri="{FF2B5EF4-FFF2-40B4-BE49-F238E27FC236}">
                <a16:creationId xmlns:a16="http://schemas.microsoft.com/office/drawing/2014/main" id="{7336797C-8BCD-4C12-B71D-B0AEB8268DD9}"/>
              </a:ext>
            </a:extLst>
          </p:cNvPr>
          <p:cNvSpPr>
            <a:spLocks xmlns:a="http://schemas.openxmlformats.org/drawingml/2006/main" noGrp="1"/>
          </p:cNvSpPr>
          <p:nvPr/>
        </p:nvSpPr>
        <p:spPr>
          <a:xfrm xmlns:a="http://schemas.openxmlformats.org/drawingml/2006/main">
            <a:off x="2152650" y="5448300"/>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F766E"/>
                </a:solidFill>
                <a:latin typeface="Segoe UI"/>
                <a:ea typeface="Segoe UI"/>
                <a:cs typeface="Segoe UI"/>
              </a:defRPr>
            </a:pPr>
            <a:r>
              <a:rPr sz="900" b="1">
                <a:solidFill>
                  <a:srgbClr val="0F766E"/>
                </a:solidFill>
                <a:latin typeface="Segoe UI"/>
                <a:ea typeface="Segoe UI"/>
                <a:cs typeface="Segoe UI"/>
              </a:rPr>
              <a:t>Kết luận trình bày</a:t>
            </a:r>
          </a:p>
        </p:txBody>
      </p:sp>
      <p:sp>
        <p:nvSpPr>
          <p:cNvPr id="40" name="">
            <a:extLst xmlns:a="http://schemas.openxmlformats.org/drawingml/2006/main">
              <a:ext uri="{FF2B5EF4-FFF2-40B4-BE49-F238E27FC236}">
                <a16:creationId xmlns:a16="http://schemas.microsoft.com/office/drawing/2014/main" id="{1F0808AB-5AFC-446A-9AF9-74963C753D6B}"/>
              </a:ext>
            </a:extLst>
          </p:cNvPr>
          <p:cNvSpPr>
            <a:spLocks xmlns:a="http://schemas.openxmlformats.org/drawingml/2006/main" noGrp="1"/>
          </p:cNvSpPr>
          <p:nvPr/>
        </p:nvSpPr>
        <p:spPr>
          <a:xfrm xmlns:a="http://schemas.openxmlformats.org/drawingml/2006/main">
            <a:off x="3638550" y="5334000"/>
            <a:ext cx="53340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0F2F3A"/>
                </a:solidFill>
                <a:latin typeface="Segoe UI"/>
                <a:ea typeface="Segoe UI"/>
                <a:cs typeface="Segoe UI"/>
              </a:defRPr>
            </a:pPr>
            <a:r>
              <a:rPr sz="938" b="0">
                <a:solidFill>
                  <a:srgbClr val="0F2F3A"/>
                </a:solidFill>
                <a:latin typeface="Segoe UI"/>
                <a:ea typeface="Segoe UI"/>
                <a:cs typeface="Segoe UI"/>
              </a:rPr>
              <a:t>Dự án đã hoàn thành nền tảng refactor/đóng gói; giai đoạn hiện tại là bảo trì và nâng cấp có kiểm soát.</a:t>
            </a:r>
          </a:p>
        </p:txBody>
      </p:sp>
      <p:sp>
        <p:nvSpPr>
          <p:cNvPr id="41" name="">
            <a:extLst xmlns:a="http://schemas.openxmlformats.org/drawingml/2006/main">
              <a:ext uri="{FF2B5EF4-FFF2-40B4-BE49-F238E27FC236}">
                <a16:creationId xmlns:a16="http://schemas.microsoft.com/office/drawing/2014/main" id="{B770163F-F837-49B9-8E9C-B09618B875C6}"/>
              </a:ext>
            </a:extLst>
          </p:cNvPr>
          <p:cNvSpPr>
            <a:spLocks xmlns:a="http://schemas.openxmlformats.org/drawingml/2006/main" noGrp="1"/>
          </p:cNvSpPr>
          <p:nvPr/>
        </p:nvSpPr>
        <p:spPr>
          <a:xfrm xmlns:a="http://schemas.openxmlformats.org/drawingml/2006/main">
            <a:off x="590550" y="6419850"/>
            <a:ext cx="9715500" cy="9525"/>
          </a:xfrm>
          <a:prstGeom xmlns:a="http://schemas.openxmlformats.org/drawingml/2006/main" prst="rect">
            <a:avLst/>
          </a:prstGeom>
          <a:solidFill xmlns:a="http://schemas.openxmlformats.org/drawingml/2006/main">
            <a:srgbClr val="B6D8CF"/>
          </a:solidFill>
          <a:ln xmlns:a="http://schemas.openxmlformats.org/drawingml/2006/main" w="0">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E1158B19-DE9F-4E48-A2C2-EC80D52A0E61}"/>
              </a:ext>
            </a:extLst>
          </p:cNvPr>
          <p:cNvSpPr>
            <a:spLocks xmlns:a="http://schemas.openxmlformats.org/drawingml/2006/main" noGrp="1"/>
          </p:cNvSpPr>
          <p:nvPr/>
        </p:nvSpPr>
        <p:spPr>
          <a:xfrm xmlns:a="http://schemas.openxmlformats.org/drawingml/2006/main">
            <a:off x="590550" y="6515100"/>
            <a:ext cx="7239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8AA0A6"/>
                </a:solidFill>
                <a:latin typeface="Segoe UI"/>
                <a:ea typeface="Segoe UI"/>
                <a:cs typeface="Segoe UI"/>
              </a:defRPr>
            </a:pPr>
            <a:r>
              <a:rPr sz="638" b="0">
                <a:solidFill>
                  <a:srgbClr val="8AA0A6"/>
                </a:solidFill>
                <a:latin typeface="Segoe UI"/>
                <a:ea typeface="Segoe UI"/>
                <a:cs typeface="Segoe UI"/>
              </a:rPr>
              <a:t>Nguồn: README Known Issues; Review.md được README tham chiếu</a:t>
            </a:r>
          </a:p>
        </p:txBody>
      </p:sp>
      <p:sp>
        <p:nvSpPr>
          <p:cNvPr id="43" name="">
            <a:extLst xmlns:a="http://schemas.openxmlformats.org/drawingml/2006/main">
              <a:ext uri="{FF2B5EF4-FFF2-40B4-BE49-F238E27FC236}">
                <a16:creationId xmlns:a16="http://schemas.microsoft.com/office/drawing/2014/main" id="{2AC86603-04C8-415A-B0EA-99D09DC9EDF9}"/>
              </a:ext>
            </a:extLst>
          </p:cNvPr>
          <p:cNvSpPr>
            <a:spLocks xmlns:a="http://schemas.openxmlformats.org/drawingml/2006/main" noGrp="1"/>
          </p:cNvSpPr>
          <p:nvPr/>
        </p:nvSpPr>
        <p:spPr>
          <a:xfrm xmlns:a="http://schemas.openxmlformats.org/drawingml/2006/main">
            <a:off x="11106150" y="6477000"/>
            <a:ext cx="5143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0F766E"/>
                </a:solidFill>
                <a:latin typeface="Segoe UI"/>
                <a:ea typeface="Segoe UI"/>
                <a:cs typeface="Segoe UI"/>
              </a:defRPr>
            </a:pPr>
            <a:r>
              <a:rPr sz="900" b="1">
                <a:solidFill>
                  <a:srgbClr val="0F766E"/>
                </a:solidFill>
                <a:latin typeface="Segoe UI"/>
                <a:ea typeface="Segoe UI"/>
                <a:cs typeface="Segoe UI"/>
              </a:rPr>
              <a:t>08</a:t>
            </a:r>
          </a:p>
        </p:txBody>
      </p:sp>
    </p:spTree>
    <p:extLst>
      <p:ext uri="{BB962C8B-B14F-4D97-AF65-F5344CB8AC3E}">
        <p14:creationId xmlns:p14="http://schemas.microsoft.com/office/powerpoint/2010/main" val="17872339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2026-05-19T04:56:07.0640000Z</dcterms:created>
  <dcterms:modified xsi:type="dcterms:W3CDTF">2026-05-19T04:56:07.0640000Z</dcterms:modified>
</coreProperties>
</file>